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78" r:id="rId5"/>
    <p:sldId id="277" r:id="rId6"/>
    <p:sldId id="285" r:id="rId7"/>
    <p:sldId id="286" r:id="rId8"/>
    <p:sldId id="291" r:id="rId9"/>
    <p:sldId id="288" r:id="rId10"/>
    <p:sldId id="292" r:id="rId11"/>
  </p:sldIdLst>
  <p:sldSz cx="9906000" cy="6858000" type="A4"/>
  <p:notesSz cx="10018713" cy="6884988"/>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E6EB"/>
    <a:srgbClr val="B4D0E9"/>
    <a:srgbClr val="174542"/>
    <a:srgbClr val="DFE8E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49868-F2DB-4149-9E5C-D8A7D72A2590}" v="1" dt="2026-06-01T12:54:04.619"/>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Brownsword" userId="d559c289-9ea7-45f7-8938-9a3de195ef64" providerId="ADAL" clId="{0F12868D-C8F8-4B9B-97E7-FFBB2B96717E}"/>
    <pc:docChg chg="modSld">
      <pc:chgData name="Dan Brownsword" userId="d559c289-9ea7-45f7-8938-9a3de195ef64" providerId="ADAL" clId="{0F12868D-C8F8-4B9B-97E7-FFBB2B96717E}" dt="2026-06-01T12:54:04.619" v="0" actId="20577"/>
      <pc:docMkLst>
        <pc:docMk/>
      </pc:docMkLst>
      <pc:sldChg chg="modSp mod">
        <pc:chgData name="Dan Brownsword" userId="d559c289-9ea7-45f7-8938-9a3de195ef64" providerId="ADAL" clId="{0F12868D-C8F8-4B9B-97E7-FFBB2B96717E}" dt="2026-06-01T12:54:04.619" v="0" actId="20577"/>
        <pc:sldMkLst>
          <pc:docMk/>
          <pc:sldMk cId="2557063545" sldId="288"/>
        </pc:sldMkLst>
        <pc:spChg chg="mod">
          <ac:chgData name="Dan Brownsword" userId="d559c289-9ea7-45f7-8938-9a3de195ef64" providerId="ADAL" clId="{0F12868D-C8F8-4B9B-97E7-FFBB2B96717E}" dt="2026-06-01T12:54:04.619" v="0" actId="20577"/>
          <ac:spMkLst>
            <pc:docMk/>
            <pc:sldMk cId="2557063545" sldId="288"/>
            <ac:spMk id="72" creationId="{C54251FC-A09D-DCF2-BA98-F123EF8B8313}"/>
          </ac:spMkLst>
        </pc:spChg>
      </pc:sldChg>
    </pc:docChg>
  </pc:docChgLst>
  <pc:docChgLst>
    <pc:chgData name="Jamie Ward" userId="c66cfe8a-0960-4c58-a47f-a6a690ac1987" providerId="ADAL" clId="{C1D7374B-21F2-4339-91D0-D63E0B0CDEBE}"/>
    <pc:docChg chg="undo custSel modSld">
      <pc:chgData name="Jamie Ward" userId="c66cfe8a-0960-4c58-a47f-a6a690ac1987" providerId="ADAL" clId="{C1D7374B-21F2-4339-91D0-D63E0B0CDEBE}" dt="2026-04-02T11:20:34.707" v="70" actId="1037"/>
      <pc:docMkLst>
        <pc:docMk/>
      </pc:docMkLst>
      <pc:sldChg chg="addSp modSp mod">
        <pc:chgData name="Jamie Ward" userId="c66cfe8a-0960-4c58-a47f-a6a690ac1987" providerId="ADAL" clId="{C1D7374B-21F2-4339-91D0-D63E0B0CDEBE}" dt="2026-04-02T11:20:34.707" v="70" actId="1037"/>
        <pc:sldMkLst>
          <pc:docMk/>
          <pc:sldMk cId="2557063545" sldId="288"/>
        </pc:sldMkLst>
        <pc:spChg chg="mod">
          <ac:chgData name="Jamie Ward" userId="c66cfe8a-0960-4c58-a47f-a6a690ac1987" providerId="ADAL" clId="{C1D7374B-21F2-4339-91D0-D63E0B0CDEBE}" dt="2026-04-02T11:20:30.877" v="68" actId="1038"/>
          <ac:spMkLst>
            <pc:docMk/>
            <pc:sldMk cId="2557063545" sldId="288"/>
            <ac:spMk id="47" creationId="{2B445BF6-B73A-055F-EC57-F8CC25783F5D}"/>
          </ac:spMkLst>
        </pc:spChg>
        <pc:spChg chg="mod">
          <ac:chgData name="Jamie Ward" userId="c66cfe8a-0960-4c58-a47f-a6a690ac1987" providerId="ADAL" clId="{C1D7374B-21F2-4339-91D0-D63E0B0CDEBE}" dt="2026-04-02T11:20:34.707" v="70" actId="1037"/>
          <ac:spMkLst>
            <pc:docMk/>
            <pc:sldMk cId="2557063545" sldId="288"/>
            <ac:spMk id="48" creationId="{FA65D6E1-8168-2562-E019-38A6AC017EEA}"/>
          </ac:spMkLst>
        </pc:spChg>
        <pc:grpChg chg="mod">
          <ac:chgData name="Jamie Ward" userId="c66cfe8a-0960-4c58-a47f-a6a690ac1987" providerId="ADAL" clId="{C1D7374B-21F2-4339-91D0-D63E0B0CDEBE}" dt="2026-04-02T11:19:32.046" v="55" actId="1037"/>
          <ac:grpSpMkLst>
            <pc:docMk/>
            <pc:sldMk cId="2557063545" sldId="288"/>
            <ac:grpSpMk id="46" creationId="{BE7E21A2-279B-9583-77B0-F11160F72E6D}"/>
          </ac:grpSpMkLst>
        </pc:grpChg>
        <pc:picChg chg="mod">
          <ac:chgData name="Jamie Ward" userId="c66cfe8a-0960-4c58-a47f-a6a690ac1987" providerId="ADAL" clId="{C1D7374B-21F2-4339-91D0-D63E0B0CDEBE}" dt="2026-04-02T11:19:05.300" v="43" actId="1036"/>
          <ac:picMkLst>
            <pc:docMk/>
            <pc:sldMk cId="2557063545" sldId="288"/>
            <ac:picMk id="3" creationId="{A6836851-6CBE-8A0D-C5B4-414FA80FB1AC}"/>
          </ac:picMkLst>
        </pc:picChg>
        <pc:picChg chg="add mod">
          <ac:chgData name="Jamie Ward" userId="c66cfe8a-0960-4c58-a47f-a6a690ac1987" providerId="ADAL" clId="{C1D7374B-21F2-4339-91D0-D63E0B0CDEBE}" dt="2026-04-02T11:19:52.372" v="64" actId="1036"/>
          <ac:picMkLst>
            <pc:docMk/>
            <pc:sldMk cId="2557063545" sldId="288"/>
            <ac:picMk id="4" creationId="{F3D51099-ED4A-9D88-4502-70FF1CD79FDB}"/>
          </ac:picMkLst>
        </pc:picChg>
        <pc:picChg chg="mod">
          <ac:chgData name="Jamie Ward" userId="c66cfe8a-0960-4c58-a47f-a6a690ac1987" providerId="ADAL" clId="{C1D7374B-21F2-4339-91D0-D63E0B0CDEBE}" dt="2026-04-02T11:19:23.549" v="49" actId="1036"/>
          <ac:picMkLst>
            <pc:docMk/>
            <pc:sldMk cId="2557063545" sldId="288"/>
            <ac:picMk id="5" creationId="{A3138511-3F3E-79FF-8DAE-EA46C2073AC0}"/>
          </ac:picMkLst>
        </pc:picChg>
        <pc:picChg chg="add mod">
          <ac:chgData name="Jamie Ward" userId="c66cfe8a-0960-4c58-a47f-a6a690ac1987" providerId="ADAL" clId="{C1D7374B-21F2-4339-91D0-D63E0B0CDEBE}" dt="2026-04-02T11:19:32.990" v="56" actId="14100"/>
          <ac:picMkLst>
            <pc:docMk/>
            <pc:sldMk cId="2557063545" sldId="288"/>
            <ac:picMk id="8" creationId="{AFBC6E79-4A3C-B2E9-11B4-369D592989E3}"/>
          </ac:picMkLst>
        </pc:picChg>
        <pc:picChg chg="mod">
          <ac:chgData name="Jamie Ward" userId="c66cfe8a-0960-4c58-a47f-a6a690ac1987" providerId="ADAL" clId="{C1D7374B-21F2-4339-91D0-D63E0B0CDEBE}" dt="2026-04-02T11:19:18.320" v="48" actId="14100"/>
          <ac:picMkLst>
            <pc:docMk/>
            <pc:sldMk cId="2557063545" sldId="288"/>
            <ac:picMk id="62" creationId="{56101A58-CCAC-F002-DA1B-86B309D6C1B8}"/>
          </ac:picMkLst>
        </pc:picChg>
        <pc:picChg chg="mod">
          <ac:chgData name="Jamie Ward" userId="c66cfe8a-0960-4c58-a47f-a6a690ac1987" providerId="ADAL" clId="{C1D7374B-21F2-4339-91D0-D63E0B0CDEBE}" dt="2026-04-02T11:18:41.579" v="33" actId="14100"/>
          <ac:picMkLst>
            <pc:docMk/>
            <pc:sldMk cId="2557063545" sldId="288"/>
            <ac:picMk id="63" creationId="{C0894C74-E8F5-7F12-D86A-0342ACC17A4C}"/>
          </ac:picMkLst>
        </pc:picChg>
        <pc:picChg chg="mod">
          <ac:chgData name="Jamie Ward" userId="c66cfe8a-0960-4c58-a47f-a6a690ac1987" providerId="ADAL" clId="{C1D7374B-21F2-4339-91D0-D63E0B0CDEBE}" dt="2026-04-02T11:18:16.388" v="27" actId="1036"/>
          <ac:picMkLst>
            <pc:docMk/>
            <pc:sldMk cId="2557063545" sldId="288"/>
            <ac:picMk id="64" creationId="{710F6C77-0924-6F85-E91D-D62ABDC84BF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1"/>
            <a:ext cx="4341442" cy="345445"/>
          </a:xfrm>
          <a:prstGeom prst="rect">
            <a:avLst/>
          </a:prstGeom>
        </p:spPr>
        <p:txBody>
          <a:bodyPr vert="horz" lIns="96588" tIns="48294" rIns="96588" bIns="48294" rtlCol="0"/>
          <a:lstStyle>
            <a:lvl1pPr algn="l">
              <a:defRPr sz="1300"/>
            </a:lvl1pPr>
          </a:lstStyle>
          <a:p>
            <a:pPr rtl="0"/>
            <a:endParaRPr lang="en-GB"/>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5674952" y="1"/>
            <a:ext cx="4341442" cy="345445"/>
          </a:xfrm>
          <a:prstGeom prst="rect">
            <a:avLst/>
          </a:prstGeom>
        </p:spPr>
        <p:txBody>
          <a:bodyPr vert="horz" lIns="96588" tIns="48294" rIns="96588" bIns="48294" rtlCol="0"/>
          <a:lstStyle>
            <a:lvl1pPr algn="r">
              <a:defRPr sz="1300"/>
            </a:lvl1pPr>
          </a:lstStyle>
          <a:p>
            <a:pPr rtl="0"/>
            <a:fld id="{FBB34DEC-6F4D-41C2-BD81-86E96E63972D}" type="datetime1">
              <a:rPr lang="en-GB" smtClean="0"/>
              <a:t>01/06/2026</a:t>
            </a:fld>
            <a:endParaRPr lang="en-GB"/>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6539544"/>
            <a:ext cx="4341442" cy="345444"/>
          </a:xfrm>
          <a:prstGeom prst="rect">
            <a:avLst/>
          </a:prstGeom>
        </p:spPr>
        <p:txBody>
          <a:bodyPr vert="horz" lIns="96588" tIns="48294" rIns="96588" bIns="48294" rtlCol="0" anchor="b"/>
          <a:lstStyle>
            <a:lvl1pPr algn="l">
              <a:defRPr sz="1300"/>
            </a:lvl1pPr>
          </a:lstStyle>
          <a:p>
            <a:pPr rtl="0"/>
            <a:endParaRPr lang="en-GB"/>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5674952" y="6539544"/>
            <a:ext cx="4341442" cy="345444"/>
          </a:xfrm>
          <a:prstGeom prst="rect">
            <a:avLst/>
          </a:prstGeom>
        </p:spPr>
        <p:txBody>
          <a:bodyPr vert="horz" lIns="96588" tIns="48294" rIns="96588" bIns="48294" rtlCol="0" anchor="b"/>
          <a:lstStyle>
            <a:lvl1pPr algn="r">
              <a:defRPr sz="1300"/>
            </a:lvl1pPr>
          </a:lstStyle>
          <a:p>
            <a:pPr rtl="0"/>
            <a:fld id="{DD56CFAD-C154-4C9C-AD01-665A5055065E}" type="slidenum">
              <a:rPr lang="en-GB" smtClean="0"/>
              <a:t>‹#›</a:t>
            </a:fld>
            <a:endParaRPr lang="en-GB"/>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41442" cy="345445"/>
          </a:xfrm>
          <a:prstGeom prst="rect">
            <a:avLst/>
          </a:prstGeom>
        </p:spPr>
        <p:txBody>
          <a:bodyPr vert="horz" lIns="96588" tIns="48294" rIns="96588" bIns="48294" rtlCol="0"/>
          <a:lstStyle>
            <a:lvl1pPr algn="l">
              <a:defRPr sz="1300"/>
            </a:lvl1pPr>
          </a:lstStyle>
          <a:p>
            <a:pPr rtl="0"/>
            <a:endParaRPr lang="en-GB" noProof="0"/>
          </a:p>
        </p:txBody>
      </p:sp>
      <p:sp>
        <p:nvSpPr>
          <p:cNvPr id="3" name="Date Placeholder 2"/>
          <p:cNvSpPr>
            <a:spLocks noGrp="1"/>
          </p:cNvSpPr>
          <p:nvPr>
            <p:ph type="dt" idx="1"/>
          </p:nvPr>
        </p:nvSpPr>
        <p:spPr>
          <a:xfrm>
            <a:off x="5674952" y="1"/>
            <a:ext cx="4341442" cy="345445"/>
          </a:xfrm>
          <a:prstGeom prst="rect">
            <a:avLst/>
          </a:prstGeom>
        </p:spPr>
        <p:txBody>
          <a:bodyPr vert="horz" lIns="96588" tIns="48294" rIns="96588" bIns="48294" rtlCol="0"/>
          <a:lstStyle>
            <a:lvl1pPr algn="r">
              <a:defRPr sz="1300"/>
            </a:lvl1pPr>
          </a:lstStyle>
          <a:p>
            <a:fld id="{65FA0476-9E82-496A-B942-42E99DB9000E}" type="datetime1">
              <a:rPr lang="en-GB" smtClean="0"/>
              <a:pPr/>
              <a:t>01/06/2026</a:t>
            </a:fld>
            <a:endParaRPr lang="en-GB"/>
          </a:p>
        </p:txBody>
      </p:sp>
      <p:sp>
        <p:nvSpPr>
          <p:cNvPr id="4" name="Slide Image Placeholder 3"/>
          <p:cNvSpPr>
            <a:spLocks noGrp="1" noRot="1" noChangeAspect="1"/>
          </p:cNvSpPr>
          <p:nvPr>
            <p:ph type="sldImg" idx="2"/>
          </p:nvPr>
        </p:nvSpPr>
        <p:spPr>
          <a:xfrm>
            <a:off x="3332163" y="860425"/>
            <a:ext cx="3354387" cy="2324100"/>
          </a:xfrm>
          <a:prstGeom prst="rect">
            <a:avLst/>
          </a:prstGeom>
          <a:noFill/>
          <a:ln w="12700">
            <a:solidFill>
              <a:prstClr val="black"/>
            </a:solidFill>
          </a:ln>
        </p:spPr>
        <p:txBody>
          <a:bodyPr vert="horz" lIns="96588" tIns="48294" rIns="96588" bIns="48294" rtlCol="0" anchor="ctr"/>
          <a:lstStyle/>
          <a:p>
            <a:pPr rtl="0"/>
            <a:endParaRPr lang="en-GB" noProof="0"/>
          </a:p>
        </p:txBody>
      </p:sp>
      <p:sp>
        <p:nvSpPr>
          <p:cNvPr id="5" name="Notes Placeholder 4"/>
          <p:cNvSpPr>
            <a:spLocks noGrp="1"/>
          </p:cNvSpPr>
          <p:nvPr>
            <p:ph type="body" sz="quarter" idx="3"/>
          </p:nvPr>
        </p:nvSpPr>
        <p:spPr>
          <a:xfrm>
            <a:off x="1001872" y="3313400"/>
            <a:ext cx="8014970" cy="2710965"/>
          </a:xfrm>
          <a:prstGeom prst="rect">
            <a:avLst/>
          </a:prstGeom>
        </p:spPr>
        <p:txBody>
          <a:bodyPr vert="horz" lIns="96588" tIns="48294" rIns="96588" bIns="48294"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6539544"/>
            <a:ext cx="4341442" cy="345444"/>
          </a:xfrm>
          <a:prstGeom prst="rect">
            <a:avLst/>
          </a:prstGeom>
        </p:spPr>
        <p:txBody>
          <a:bodyPr vert="horz" lIns="96588" tIns="48294" rIns="96588" bIns="48294" rtlCol="0" anchor="b"/>
          <a:lstStyle>
            <a:lvl1pPr algn="l">
              <a:defRPr sz="1300"/>
            </a:lvl1pPr>
          </a:lstStyle>
          <a:p>
            <a:pPr rtl="0"/>
            <a:endParaRPr lang="en-GB" noProof="0"/>
          </a:p>
        </p:txBody>
      </p:sp>
      <p:sp>
        <p:nvSpPr>
          <p:cNvPr id="7" name="Slide Number Placeholder 6"/>
          <p:cNvSpPr>
            <a:spLocks noGrp="1"/>
          </p:cNvSpPr>
          <p:nvPr>
            <p:ph type="sldNum" sz="quarter" idx="5"/>
          </p:nvPr>
        </p:nvSpPr>
        <p:spPr>
          <a:xfrm>
            <a:off x="5674952" y="6539544"/>
            <a:ext cx="4341442" cy="345444"/>
          </a:xfrm>
          <a:prstGeom prst="rect">
            <a:avLst/>
          </a:prstGeom>
        </p:spPr>
        <p:txBody>
          <a:bodyPr vert="horz" lIns="96588" tIns="48294" rIns="96588" bIns="48294" rtlCol="0" anchor="b"/>
          <a:lstStyle>
            <a:lvl1pPr algn="r">
              <a:defRPr sz="1300"/>
            </a:lvl1pPr>
          </a:lstStyle>
          <a:p>
            <a:pPr rtl="0"/>
            <a:fld id="{F5B62BC0-7DC4-4569-951D-2BB9475345C6}" type="slidenum">
              <a:rPr lang="en-GB" noProof="0" smtClean="0"/>
              <a:t>‹#›</a:t>
            </a:fld>
            <a:endParaRPr lang="en-GB" noProof="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32163" y="860425"/>
            <a:ext cx="3354387" cy="2324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F5B62BC0-7DC4-4569-951D-2BB9475345C6}" type="slidenum">
              <a:rPr lang="en-GB" smtClean="0"/>
              <a:t>1</a:t>
            </a:fld>
            <a:endParaRPr lang="en-GB"/>
          </a:p>
        </p:txBody>
      </p:sp>
    </p:spTree>
    <p:extLst>
      <p:ext uri="{BB962C8B-B14F-4D97-AF65-F5344CB8AC3E}">
        <p14:creationId xmlns:p14="http://schemas.microsoft.com/office/powerpoint/2010/main" val="119163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32163" y="860425"/>
            <a:ext cx="3354387" cy="2324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F5B62BC0-7DC4-4569-951D-2BB9475345C6}" type="slidenum">
              <a:rPr lang="en-GB" smtClean="0"/>
              <a:t>2</a:t>
            </a:fld>
            <a:endParaRPr lang="en-GB"/>
          </a:p>
        </p:txBody>
      </p:sp>
    </p:spTree>
    <p:extLst>
      <p:ext uri="{BB962C8B-B14F-4D97-AF65-F5344CB8AC3E}">
        <p14:creationId xmlns:p14="http://schemas.microsoft.com/office/powerpoint/2010/main" val="48767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32163" y="860425"/>
            <a:ext cx="3354387" cy="2324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F5B62BC0-7DC4-4569-951D-2BB9475345C6}" type="slidenum">
              <a:rPr lang="en-GB" smtClean="0"/>
              <a:t>3</a:t>
            </a:fld>
            <a:endParaRPr lang="en-GB"/>
          </a:p>
        </p:txBody>
      </p:sp>
    </p:spTree>
    <p:extLst>
      <p:ext uri="{BB962C8B-B14F-4D97-AF65-F5344CB8AC3E}">
        <p14:creationId xmlns:p14="http://schemas.microsoft.com/office/powerpoint/2010/main" val="46722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BA6E-C34E-60C5-D1BE-094689C7C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2D4AA-0F44-6490-5294-609482841234}"/>
              </a:ext>
            </a:extLst>
          </p:cNvPr>
          <p:cNvSpPr>
            <a:spLocks noGrp="1" noRot="1" noChangeAspect="1"/>
          </p:cNvSpPr>
          <p:nvPr>
            <p:ph type="sldImg"/>
          </p:nvPr>
        </p:nvSpPr>
        <p:spPr>
          <a:xfrm>
            <a:off x="3332163" y="860425"/>
            <a:ext cx="3354387" cy="2324100"/>
          </a:xfrm>
        </p:spPr>
      </p:sp>
      <p:sp>
        <p:nvSpPr>
          <p:cNvPr id="3" name="Notes Placeholder 2">
            <a:extLst>
              <a:ext uri="{FF2B5EF4-FFF2-40B4-BE49-F238E27FC236}">
                <a16:creationId xmlns:a16="http://schemas.microsoft.com/office/drawing/2014/main" id="{F4C227BC-68BC-096F-960A-30855DD4378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ABCE51-AFEC-A331-B7C9-6CB899E5A094}"/>
              </a:ext>
            </a:extLst>
          </p:cNvPr>
          <p:cNvSpPr>
            <a:spLocks noGrp="1"/>
          </p:cNvSpPr>
          <p:nvPr>
            <p:ph type="sldNum" sz="quarter" idx="5"/>
          </p:nvPr>
        </p:nvSpPr>
        <p:spPr/>
        <p:txBody>
          <a:bodyPr/>
          <a:lstStyle/>
          <a:p>
            <a:pPr rtl="0"/>
            <a:fld id="{F5B62BC0-7DC4-4569-951D-2BB9475345C6}" type="slidenum">
              <a:rPr lang="en-GB" smtClean="0"/>
              <a:t>4</a:t>
            </a:fld>
            <a:endParaRPr lang="en-GB"/>
          </a:p>
        </p:txBody>
      </p:sp>
    </p:spTree>
    <p:extLst>
      <p:ext uri="{BB962C8B-B14F-4D97-AF65-F5344CB8AC3E}">
        <p14:creationId xmlns:p14="http://schemas.microsoft.com/office/powerpoint/2010/main" val="18950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B75A-1AA7-8A7B-5825-EFE7EE497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D0E5A-AC1D-9E3E-C1C3-664CF2A6648D}"/>
              </a:ext>
            </a:extLst>
          </p:cNvPr>
          <p:cNvSpPr>
            <a:spLocks noGrp="1" noRot="1" noChangeAspect="1"/>
          </p:cNvSpPr>
          <p:nvPr>
            <p:ph type="sldImg"/>
          </p:nvPr>
        </p:nvSpPr>
        <p:spPr>
          <a:xfrm>
            <a:off x="3332163" y="860425"/>
            <a:ext cx="3354387" cy="2324100"/>
          </a:xfrm>
        </p:spPr>
      </p:sp>
      <p:sp>
        <p:nvSpPr>
          <p:cNvPr id="3" name="Notes Placeholder 2">
            <a:extLst>
              <a:ext uri="{FF2B5EF4-FFF2-40B4-BE49-F238E27FC236}">
                <a16:creationId xmlns:a16="http://schemas.microsoft.com/office/drawing/2014/main" id="{CDBBBDBD-24FC-2080-F769-7A4CAEA1693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87E71B5-7611-F780-18BC-44FD4D58A5FB}"/>
              </a:ext>
            </a:extLst>
          </p:cNvPr>
          <p:cNvSpPr>
            <a:spLocks noGrp="1"/>
          </p:cNvSpPr>
          <p:nvPr>
            <p:ph type="sldNum" sz="quarter" idx="5"/>
          </p:nvPr>
        </p:nvSpPr>
        <p:spPr/>
        <p:txBody>
          <a:bodyPr/>
          <a:lstStyle/>
          <a:p>
            <a:pPr rtl="0"/>
            <a:fld id="{F5B62BC0-7DC4-4569-951D-2BB9475345C6}" type="slidenum">
              <a:rPr lang="en-GB" smtClean="0"/>
              <a:t>5</a:t>
            </a:fld>
            <a:endParaRPr lang="en-GB"/>
          </a:p>
        </p:txBody>
      </p:sp>
    </p:spTree>
    <p:extLst>
      <p:ext uri="{BB962C8B-B14F-4D97-AF65-F5344CB8AC3E}">
        <p14:creationId xmlns:p14="http://schemas.microsoft.com/office/powerpoint/2010/main" val="1435469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B7D34-EDF8-EF7B-0F32-972564C4F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4995F-E518-F841-F680-5A4A23BF05A3}"/>
              </a:ext>
            </a:extLst>
          </p:cNvPr>
          <p:cNvSpPr>
            <a:spLocks noGrp="1" noRot="1" noChangeAspect="1"/>
          </p:cNvSpPr>
          <p:nvPr>
            <p:ph type="sldImg"/>
          </p:nvPr>
        </p:nvSpPr>
        <p:spPr>
          <a:xfrm>
            <a:off x="3332163" y="860425"/>
            <a:ext cx="3354387" cy="2324100"/>
          </a:xfrm>
        </p:spPr>
      </p:sp>
      <p:sp>
        <p:nvSpPr>
          <p:cNvPr id="3" name="Notes Placeholder 2">
            <a:extLst>
              <a:ext uri="{FF2B5EF4-FFF2-40B4-BE49-F238E27FC236}">
                <a16:creationId xmlns:a16="http://schemas.microsoft.com/office/drawing/2014/main" id="{5CFAA41E-798A-8215-0B95-9D10F4287DE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0AA4488-D53E-EDCA-2D92-0D25E26842CB}"/>
              </a:ext>
            </a:extLst>
          </p:cNvPr>
          <p:cNvSpPr>
            <a:spLocks noGrp="1"/>
          </p:cNvSpPr>
          <p:nvPr>
            <p:ph type="sldNum" sz="quarter" idx="5"/>
          </p:nvPr>
        </p:nvSpPr>
        <p:spPr/>
        <p:txBody>
          <a:bodyPr/>
          <a:lstStyle/>
          <a:p>
            <a:pPr rtl="0"/>
            <a:fld id="{F5B62BC0-7DC4-4569-951D-2BB9475345C6}" type="slidenum">
              <a:rPr lang="en-GB" smtClean="0"/>
              <a:t>6</a:t>
            </a:fld>
            <a:endParaRPr lang="en-GB"/>
          </a:p>
        </p:txBody>
      </p:sp>
    </p:spTree>
    <p:extLst>
      <p:ext uri="{BB962C8B-B14F-4D97-AF65-F5344CB8AC3E}">
        <p14:creationId xmlns:p14="http://schemas.microsoft.com/office/powerpoint/2010/main" val="3048861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32163" y="860425"/>
            <a:ext cx="3354387" cy="2324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F5B62BC0-7DC4-4569-951D-2BB9475345C6}" type="slidenum">
              <a:rPr lang="en-GB" smtClean="0"/>
              <a:t>7</a:t>
            </a:fld>
            <a:endParaRPr lang="en-GB"/>
          </a:p>
        </p:txBody>
      </p:sp>
    </p:spTree>
    <p:extLst>
      <p:ext uri="{BB962C8B-B14F-4D97-AF65-F5344CB8AC3E}">
        <p14:creationId xmlns:p14="http://schemas.microsoft.com/office/powerpoint/2010/main" val="3994405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A325D4D-835D-41B6-9B16-A090AA088329}"/>
              </a:ext>
            </a:extLst>
          </p:cNvPr>
          <p:cNvSpPr>
            <a:spLocks noGrp="1"/>
          </p:cNvSpPr>
          <p:nvPr>
            <p:ph type="pic" sz="quarter" idx="10" hasCustomPrompt="1"/>
          </p:nvPr>
        </p:nvSpPr>
        <p:spPr>
          <a:xfrm>
            <a:off x="0" y="0"/>
            <a:ext cx="9906000" cy="6858000"/>
          </a:xfrm>
          <a:prstGeom prst="rect">
            <a:avLst/>
          </a:prstGeom>
        </p:spPr>
        <p:txBody>
          <a:bodyPr rtlCol="0"/>
          <a:lstStyle>
            <a:lvl1pPr marL="0" indent="0" algn="ctr">
              <a:buNone/>
              <a:defRPr/>
            </a:lvl1pPr>
          </a:lstStyle>
          <a:p>
            <a:pPr rtl="0"/>
            <a:r>
              <a:rPr lang="en-GB" noProof="0"/>
              <a:t>Click to add photo</a:t>
            </a:r>
          </a:p>
        </p:txBody>
      </p:sp>
      <p:sp>
        <p:nvSpPr>
          <p:cNvPr id="3" name="Title 2">
            <a:extLst>
              <a:ext uri="{FF2B5EF4-FFF2-40B4-BE49-F238E27FC236}">
                <a16:creationId xmlns:a16="http://schemas.microsoft.com/office/drawing/2014/main" id="{D1D87D16-A856-42F4-9D8C-A0C1D482E52D}"/>
              </a:ext>
            </a:extLst>
          </p:cNvPr>
          <p:cNvSpPr>
            <a:spLocks noGrp="1"/>
          </p:cNvSpPr>
          <p:nvPr>
            <p:ph type="title" hasCustomPrompt="1"/>
          </p:nvPr>
        </p:nvSpPr>
        <p:spPr>
          <a:xfrm>
            <a:off x="0" y="2442055"/>
            <a:ext cx="9906000" cy="1425257"/>
          </a:xfrm>
          <a:prstGeom prst="rect">
            <a:avLst/>
          </a:prstGeom>
          <a:solidFill>
            <a:schemeClr val="accent4">
              <a:lumMod val="50000"/>
              <a:alpha val="55000"/>
            </a:schemeClr>
          </a:solidFill>
        </p:spPr>
        <p:txBody>
          <a:bodyPr rtlCol="0" anchor="ctr"/>
          <a:lstStyle>
            <a:lvl1pPr algn="ctr">
              <a:defRPr sz="4500" cap="all" spc="75" baseline="0">
                <a:solidFill>
                  <a:schemeClr val="accent1"/>
                </a:solidFill>
              </a:defRPr>
            </a:lvl1pPr>
          </a:lstStyle>
          <a:p>
            <a:pPr rtl="0"/>
            <a:r>
              <a:rPr lang="en-GB" noProof="0"/>
              <a:t>Add title</a:t>
            </a:r>
          </a:p>
        </p:txBody>
      </p:sp>
      <p:sp>
        <p:nvSpPr>
          <p:cNvPr id="12" name="Text Placeholder 10">
            <a:extLst>
              <a:ext uri="{FF2B5EF4-FFF2-40B4-BE49-F238E27FC236}">
                <a16:creationId xmlns:a16="http://schemas.microsoft.com/office/drawing/2014/main" id="{BD39BB44-64AC-49A7-8555-2CC62AD7C2D6}"/>
              </a:ext>
            </a:extLst>
          </p:cNvPr>
          <p:cNvSpPr>
            <a:spLocks noGrp="1"/>
          </p:cNvSpPr>
          <p:nvPr>
            <p:ph type="body" sz="quarter" idx="12" hasCustomPrompt="1"/>
          </p:nvPr>
        </p:nvSpPr>
        <p:spPr>
          <a:xfrm>
            <a:off x="0" y="3867309"/>
            <a:ext cx="9906000" cy="1036320"/>
          </a:xfrm>
          <a:prstGeom prst="rect">
            <a:avLst/>
          </a:prstGeom>
          <a:solidFill>
            <a:schemeClr val="accent4">
              <a:lumMod val="50000"/>
              <a:alpha val="55000"/>
            </a:schemeClr>
          </a:solidFill>
        </p:spPr>
        <p:txBody>
          <a:bodyPr rtlCol="0" anchor="ctr"/>
          <a:lstStyle>
            <a:lvl1pPr marL="0" indent="0" algn="ctr">
              <a:buNone/>
              <a:defRPr sz="1800" cap="none" spc="75" baseline="0">
                <a:solidFill>
                  <a:schemeClr val="bg1"/>
                </a:solidFill>
                <a:latin typeface="+mn-lt"/>
              </a:defRPr>
            </a:lvl1pPr>
          </a:lstStyle>
          <a:p>
            <a:pPr lvl="0" rtl="0"/>
            <a:r>
              <a:rPr lang="en-GB" noProof="0"/>
              <a:t>Click to add subtitle</a:t>
            </a:r>
          </a:p>
        </p:txBody>
      </p:sp>
      <p:sp>
        <p:nvSpPr>
          <p:cNvPr id="2" name="Rectangle 1">
            <a:extLst>
              <a:ext uri="{FF2B5EF4-FFF2-40B4-BE49-F238E27FC236}">
                <a16:creationId xmlns:a16="http://schemas.microsoft.com/office/drawing/2014/main" id="{9F51AF15-A085-49C8-ABEC-EF90E7D7B280}"/>
              </a:ext>
              <a:ext uri="{C183D7F6-B498-43B3-948B-1728B52AA6E4}">
                <adec:decorative xmlns:adec="http://schemas.microsoft.com/office/drawing/2017/decorative" val="1"/>
              </a:ext>
            </a:extLst>
          </p:cNvPr>
          <p:cNvSpPr/>
          <p:nvPr userDrawn="1"/>
        </p:nvSpPr>
        <p:spPr>
          <a:xfrm>
            <a:off x="2594134" y="2325928"/>
            <a:ext cx="4717733" cy="159654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Tree>
    <p:extLst>
      <p:ext uri="{BB962C8B-B14F-4D97-AF65-F5344CB8AC3E}">
        <p14:creationId xmlns:p14="http://schemas.microsoft.com/office/powerpoint/2010/main" val="1492036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1240586" y="1329829"/>
            <a:ext cx="1660517" cy="640698"/>
          </a:xfrm>
          <a:prstGeom prst="rect">
            <a:avLst/>
          </a:prstGeom>
          <a:ln w="28575">
            <a:solidFill>
              <a:schemeClr val="accent2"/>
            </a:solidFill>
          </a:ln>
        </p:spPr>
        <p:txBody>
          <a:bodyPr rtlCol="0" anchor="ctr"/>
          <a:lstStyle>
            <a:lvl1pPr algn="ctr">
              <a:lnSpc>
                <a:spcPct val="100000"/>
              </a:lnSpc>
              <a:defRPr sz="1800" cap="all" spc="75" baseline="0">
                <a:solidFill>
                  <a:schemeClr val="accent2"/>
                </a:solidFill>
              </a:defRPr>
            </a:lvl1pPr>
          </a:lstStyle>
          <a:p>
            <a:pPr rtl="0"/>
            <a:r>
              <a:rPr lang="en-GB" noProof="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3585169" y="808356"/>
            <a:ext cx="5152235" cy="1682433"/>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234522"/>
            <a:ext cx="9906000" cy="3623481"/>
          </a:xfrm>
          <a:prstGeom prst="rect">
            <a:avLst/>
          </a:prstGeom>
        </p:spPr>
        <p:txBody>
          <a:bodyPr rtlCol="0"/>
          <a:lstStyle>
            <a:lvl1pPr marL="0" indent="0" algn="ctr">
              <a:buNone/>
              <a:defRPr/>
            </a:lvl1pPr>
          </a:lstStyle>
          <a:p>
            <a:pPr rtl="0"/>
            <a:r>
              <a:rPr lang="en-GB" noProof="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1"/>
                </a:solidFill>
                <a:effectLst>
                  <a:outerShdw blurRad="38100" dist="38100" dir="2700000" algn="tl">
                    <a:srgbClr val="000000">
                      <a:alpha val="43137"/>
                    </a:srgbClr>
                  </a:outerShdw>
                </a:effectLst>
                <a:latin typeface="+mj-lt"/>
              </a:defRPr>
            </a:lvl1pPr>
          </a:lstStyle>
          <a:p>
            <a:pPr rtl="0"/>
            <a:r>
              <a:rPr lang="en-GB" noProof="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69121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3FCFFF-5934-4C8D-A4B0-6B19C662D8BA}"/>
              </a:ext>
              <a:ext uri="{C183D7F6-B498-43B3-948B-1728B52AA6E4}">
                <adec:decorative xmlns:adec="http://schemas.microsoft.com/office/drawing/2017/decorative" val="1"/>
              </a:ext>
            </a:extLst>
          </p:cNvPr>
          <p:cNvSpPr/>
          <p:nvPr userDrawn="1"/>
        </p:nvSpPr>
        <p:spPr>
          <a:xfrm>
            <a:off x="2" y="-13651"/>
            <a:ext cx="3007417"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742984" y="1332239"/>
            <a:ext cx="1520659" cy="640698"/>
          </a:xfrm>
          <a:prstGeom prst="rect">
            <a:avLst/>
          </a:prstGeom>
          <a:ln w="28575">
            <a:solidFill>
              <a:schemeClr val="accent2"/>
            </a:solidFill>
          </a:ln>
        </p:spPr>
        <p:txBody>
          <a:bodyPr rtlCol="0" anchor="ctr"/>
          <a:lstStyle>
            <a:lvl1pPr algn="ctr">
              <a:defRPr sz="1800" cap="all" spc="75" baseline="0">
                <a:solidFill>
                  <a:schemeClr val="accent2"/>
                </a:solidFill>
              </a:defRPr>
            </a:lvl1pPr>
          </a:lstStyle>
          <a:p>
            <a:pPr rtl="0"/>
            <a:r>
              <a:rPr lang="en-GB" noProof="0"/>
              <a:t>Title</a:t>
            </a:r>
          </a:p>
        </p:txBody>
      </p:sp>
      <p:sp>
        <p:nvSpPr>
          <p:cNvPr id="12" name="Text Placeholder 10">
            <a:extLst>
              <a:ext uri="{FF2B5EF4-FFF2-40B4-BE49-F238E27FC236}">
                <a16:creationId xmlns:a16="http://schemas.microsoft.com/office/drawing/2014/main" id="{97404DC9-3FBE-41B9-946D-9A0D878C2887}"/>
              </a:ext>
            </a:extLst>
          </p:cNvPr>
          <p:cNvSpPr>
            <a:spLocks noGrp="1"/>
          </p:cNvSpPr>
          <p:nvPr>
            <p:ph type="body" sz="quarter" idx="16" hasCustomPrompt="1"/>
          </p:nvPr>
        </p:nvSpPr>
        <p:spPr>
          <a:xfrm>
            <a:off x="3437721" y="652826"/>
            <a:ext cx="2789425"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8" name="Text Placeholder 10">
            <a:extLst>
              <a:ext uri="{FF2B5EF4-FFF2-40B4-BE49-F238E27FC236}">
                <a16:creationId xmlns:a16="http://schemas.microsoft.com/office/drawing/2014/main" id="{88BB7876-0125-4084-804C-A842C8558604}"/>
              </a:ext>
            </a:extLst>
          </p:cNvPr>
          <p:cNvSpPr>
            <a:spLocks noGrp="1"/>
          </p:cNvSpPr>
          <p:nvPr>
            <p:ph type="body" sz="quarter" idx="12" hasCustomPrompt="1"/>
          </p:nvPr>
        </p:nvSpPr>
        <p:spPr>
          <a:xfrm>
            <a:off x="3437721" y="1032330"/>
            <a:ext cx="2789425" cy="137067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3" name="Text Placeholder 10">
            <a:extLst>
              <a:ext uri="{FF2B5EF4-FFF2-40B4-BE49-F238E27FC236}">
                <a16:creationId xmlns:a16="http://schemas.microsoft.com/office/drawing/2014/main" id="{8645735C-4621-4667-AB52-0391CFBB6B52}"/>
              </a:ext>
            </a:extLst>
          </p:cNvPr>
          <p:cNvSpPr>
            <a:spLocks noGrp="1"/>
          </p:cNvSpPr>
          <p:nvPr>
            <p:ph type="body" sz="quarter" idx="17" hasCustomPrompt="1"/>
          </p:nvPr>
        </p:nvSpPr>
        <p:spPr>
          <a:xfrm>
            <a:off x="6665214" y="652826"/>
            <a:ext cx="2789425"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9" name="Text Placeholder 10">
            <a:extLst>
              <a:ext uri="{FF2B5EF4-FFF2-40B4-BE49-F238E27FC236}">
                <a16:creationId xmlns:a16="http://schemas.microsoft.com/office/drawing/2014/main" id="{488BB2B1-07E3-42A2-B3BE-7FC7D7AE158E}"/>
              </a:ext>
            </a:extLst>
          </p:cNvPr>
          <p:cNvSpPr>
            <a:spLocks noGrp="1"/>
          </p:cNvSpPr>
          <p:nvPr>
            <p:ph type="body" sz="quarter" idx="13" hasCustomPrompt="1"/>
          </p:nvPr>
        </p:nvSpPr>
        <p:spPr>
          <a:xfrm>
            <a:off x="6665214" y="1032330"/>
            <a:ext cx="2789425" cy="137067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5" name="Text Placeholder 10">
            <a:extLst>
              <a:ext uri="{FF2B5EF4-FFF2-40B4-BE49-F238E27FC236}">
                <a16:creationId xmlns:a16="http://schemas.microsoft.com/office/drawing/2014/main" id="{02C103C8-E422-4DEB-9077-DC11E0080569}"/>
              </a:ext>
            </a:extLst>
          </p:cNvPr>
          <p:cNvSpPr>
            <a:spLocks noGrp="1"/>
          </p:cNvSpPr>
          <p:nvPr>
            <p:ph type="body" sz="quarter" idx="19" hasCustomPrompt="1"/>
          </p:nvPr>
        </p:nvSpPr>
        <p:spPr>
          <a:xfrm>
            <a:off x="3437721" y="2620564"/>
            <a:ext cx="2789425" cy="428891"/>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23" name="Text Placeholder 10">
            <a:extLst>
              <a:ext uri="{FF2B5EF4-FFF2-40B4-BE49-F238E27FC236}">
                <a16:creationId xmlns:a16="http://schemas.microsoft.com/office/drawing/2014/main" id="{FA80948A-8FCC-4BE4-A5F7-20802B176305}"/>
              </a:ext>
            </a:extLst>
          </p:cNvPr>
          <p:cNvSpPr>
            <a:spLocks noGrp="1"/>
          </p:cNvSpPr>
          <p:nvPr>
            <p:ph type="body" sz="quarter" idx="23" hasCustomPrompt="1"/>
          </p:nvPr>
        </p:nvSpPr>
        <p:spPr>
          <a:xfrm>
            <a:off x="3437721" y="3002562"/>
            <a:ext cx="2789425" cy="961350"/>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20" name="Text Placeholder 10">
            <a:extLst>
              <a:ext uri="{FF2B5EF4-FFF2-40B4-BE49-F238E27FC236}">
                <a16:creationId xmlns:a16="http://schemas.microsoft.com/office/drawing/2014/main" id="{4744F88B-3CB7-4A2B-B718-EEB4E061A79F}"/>
              </a:ext>
            </a:extLst>
          </p:cNvPr>
          <p:cNvSpPr>
            <a:spLocks noGrp="1"/>
          </p:cNvSpPr>
          <p:nvPr>
            <p:ph type="body" sz="quarter" idx="21" hasCustomPrompt="1"/>
          </p:nvPr>
        </p:nvSpPr>
        <p:spPr>
          <a:xfrm>
            <a:off x="6665214" y="2620564"/>
            <a:ext cx="2789425" cy="428891"/>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22" name="Text Placeholder 10">
            <a:extLst>
              <a:ext uri="{FF2B5EF4-FFF2-40B4-BE49-F238E27FC236}">
                <a16:creationId xmlns:a16="http://schemas.microsoft.com/office/drawing/2014/main" id="{7343EDF6-C2D8-47E1-856B-6329A7CE07E4}"/>
              </a:ext>
            </a:extLst>
          </p:cNvPr>
          <p:cNvSpPr>
            <a:spLocks noGrp="1"/>
          </p:cNvSpPr>
          <p:nvPr>
            <p:ph type="body" sz="quarter" idx="22" hasCustomPrompt="1"/>
          </p:nvPr>
        </p:nvSpPr>
        <p:spPr>
          <a:xfrm>
            <a:off x="6665214" y="3002562"/>
            <a:ext cx="2789425" cy="961350"/>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4" name="Text Placeholder 10">
            <a:extLst>
              <a:ext uri="{FF2B5EF4-FFF2-40B4-BE49-F238E27FC236}">
                <a16:creationId xmlns:a16="http://schemas.microsoft.com/office/drawing/2014/main" id="{AC6352A5-5003-4E32-B8FF-A84B4A4AC3AA}"/>
              </a:ext>
            </a:extLst>
          </p:cNvPr>
          <p:cNvSpPr>
            <a:spLocks noGrp="1"/>
          </p:cNvSpPr>
          <p:nvPr>
            <p:ph type="body" sz="quarter" idx="18" hasCustomPrompt="1"/>
          </p:nvPr>
        </p:nvSpPr>
        <p:spPr>
          <a:xfrm>
            <a:off x="3437721" y="4147935"/>
            <a:ext cx="2789425" cy="428891"/>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24" name="Text Placeholder 10">
            <a:extLst>
              <a:ext uri="{FF2B5EF4-FFF2-40B4-BE49-F238E27FC236}">
                <a16:creationId xmlns:a16="http://schemas.microsoft.com/office/drawing/2014/main" id="{CC2603EF-30BF-4C6C-BA93-E99C72480916}"/>
              </a:ext>
            </a:extLst>
          </p:cNvPr>
          <p:cNvSpPr>
            <a:spLocks noGrp="1"/>
          </p:cNvSpPr>
          <p:nvPr>
            <p:ph type="body" sz="quarter" idx="24" hasCustomPrompt="1"/>
          </p:nvPr>
        </p:nvSpPr>
        <p:spPr>
          <a:xfrm>
            <a:off x="3437721" y="4529933"/>
            <a:ext cx="2789425" cy="1450988"/>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2">
                    <a:lumMod val="50000"/>
                  </a:schemeClr>
                </a:solidFill>
              </a:defRPr>
            </a:lvl1pPr>
          </a:lstStyle>
          <a:p>
            <a:pPr rtl="0"/>
            <a:r>
              <a:rPr lang="en-GB" noProof="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3476491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4172171" y="848536"/>
            <a:ext cx="1567807" cy="640698"/>
          </a:xfrm>
          <a:prstGeom prst="rect">
            <a:avLst/>
          </a:prstGeom>
          <a:ln w="28575">
            <a:solidFill>
              <a:schemeClr val="accent2"/>
            </a:solidFill>
          </a:ln>
        </p:spPr>
        <p:txBody>
          <a:bodyPr rtlCol="0" anchor="ctr"/>
          <a:lstStyle>
            <a:lvl1pPr algn="ctr">
              <a:defRPr sz="1800" cap="all" spc="75" baseline="0">
                <a:solidFill>
                  <a:schemeClr val="accent2"/>
                </a:solidFill>
              </a:defRPr>
            </a:lvl1pPr>
          </a:lstStyle>
          <a:p>
            <a:pPr rtl="0"/>
            <a:r>
              <a:rPr lang="en-GB" noProof="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0" y="0"/>
            <a:ext cx="3652838" cy="6858000"/>
          </a:xfrm>
          <a:prstGeom prst="rect">
            <a:avLst/>
          </a:prstGeom>
        </p:spPr>
        <p:txBody>
          <a:bodyPr rtlCol="0"/>
          <a:lstStyle>
            <a:lvl1pPr marL="0" indent="0" algn="ctr">
              <a:buNone/>
              <a:defRPr/>
            </a:lvl1pPr>
          </a:lstStyle>
          <a:p>
            <a:pPr rtl="0"/>
            <a:r>
              <a:rPr lang="en-GB" noProof="0"/>
              <a:t>Click to add photo</a:t>
            </a:r>
          </a:p>
        </p:txBody>
      </p:sp>
      <p:sp>
        <p:nvSpPr>
          <p:cNvPr id="15" name="Text Placeholder 10">
            <a:extLst>
              <a:ext uri="{FF2B5EF4-FFF2-40B4-BE49-F238E27FC236}">
                <a16:creationId xmlns:a16="http://schemas.microsoft.com/office/drawing/2014/main" id="{D8BD2DF2-5753-43B2-82AD-30DBE8004DEB}"/>
              </a:ext>
            </a:extLst>
          </p:cNvPr>
          <p:cNvSpPr>
            <a:spLocks noGrp="1"/>
          </p:cNvSpPr>
          <p:nvPr>
            <p:ph type="body" sz="quarter" idx="16" hasCustomPrompt="1"/>
          </p:nvPr>
        </p:nvSpPr>
        <p:spPr>
          <a:xfrm>
            <a:off x="4082292" y="2046236"/>
            <a:ext cx="2540350"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1" name="Text Placeholder 10">
            <a:extLst>
              <a:ext uri="{FF2B5EF4-FFF2-40B4-BE49-F238E27FC236}">
                <a16:creationId xmlns:a16="http://schemas.microsoft.com/office/drawing/2014/main" id="{3A5FD5DB-8694-4BD8-819A-7AD23AAAEF4D}"/>
              </a:ext>
            </a:extLst>
          </p:cNvPr>
          <p:cNvSpPr>
            <a:spLocks noGrp="1"/>
          </p:cNvSpPr>
          <p:nvPr>
            <p:ph type="body" sz="quarter" idx="12" hasCustomPrompt="1"/>
          </p:nvPr>
        </p:nvSpPr>
        <p:spPr>
          <a:xfrm>
            <a:off x="4082292" y="2425739"/>
            <a:ext cx="2540350" cy="1306527"/>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7" name="Text Placeholder 10">
            <a:extLst>
              <a:ext uri="{FF2B5EF4-FFF2-40B4-BE49-F238E27FC236}">
                <a16:creationId xmlns:a16="http://schemas.microsoft.com/office/drawing/2014/main" id="{1F5129C3-CFB0-408F-BE5C-AC32F5C68F13}"/>
              </a:ext>
            </a:extLst>
          </p:cNvPr>
          <p:cNvSpPr>
            <a:spLocks noGrp="1"/>
          </p:cNvSpPr>
          <p:nvPr>
            <p:ph type="body" sz="quarter" idx="17" hasCustomPrompt="1"/>
          </p:nvPr>
        </p:nvSpPr>
        <p:spPr>
          <a:xfrm>
            <a:off x="6928176" y="2046236"/>
            <a:ext cx="2666264"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2" name="Text Placeholder 10">
            <a:extLst>
              <a:ext uri="{FF2B5EF4-FFF2-40B4-BE49-F238E27FC236}">
                <a16:creationId xmlns:a16="http://schemas.microsoft.com/office/drawing/2014/main" id="{3344438D-488B-4739-95B6-56F81A25FACC}"/>
              </a:ext>
            </a:extLst>
          </p:cNvPr>
          <p:cNvSpPr>
            <a:spLocks noGrp="1"/>
          </p:cNvSpPr>
          <p:nvPr>
            <p:ph type="body" sz="quarter" idx="13" hasCustomPrompt="1"/>
          </p:nvPr>
        </p:nvSpPr>
        <p:spPr>
          <a:xfrm>
            <a:off x="6928176" y="2425739"/>
            <a:ext cx="2666264" cy="1306527"/>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8" name="Text Placeholder 10">
            <a:extLst>
              <a:ext uri="{FF2B5EF4-FFF2-40B4-BE49-F238E27FC236}">
                <a16:creationId xmlns:a16="http://schemas.microsoft.com/office/drawing/2014/main" id="{A6F801D1-185D-4C5B-9855-3AD0372C33D8}"/>
              </a:ext>
            </a:extLst>
          </p:cNvPr>
          <p:cNvSpPr>
            <a:spLocks noGrp="1"/>
          </p:cNvSpPr>
          <p:nvPr>
            <p:ph type="body" sz="quarter" idx="18" hasCustomPrompt="1"/>
          </p:nvPr>
        </p:nvSpPr>
        <p:spPr>
          <a:xfrm>
            <a:off x="4082292" y="4180979"/>
            <a:ext cx="2540350" cy="428891"/>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3" name="Text Placeholder 10">
            <a:extLst>
              <a:ext uri="{FF2B5EF4-FFF2-40B4-BE49-F238E27FC236}">
                <a16:creationId xmlns:a16="http://schemas.microsoft.com/office/drawing/2014/main" id="{E46B3EF2-B93D-4E2D-8ECF-31A1DF927BE9}"/>
              </a:ext>
            </a:extLst>
          </p:cNvPr>
          <p:cNvSpPr>
            <a:spLocks noGrp="1"/>
          </p:cNvSpPr>
          <p:nvPr>
            <p:ph type="body" sz="quarter" idx="14" hasCustomPrompt="1"/>
          </p:nvPr>
        </p:nvSpPr>
        <p:spPr>
          <a:xfrm>
            <a:off x="4082292" y="4562979"/>
            <a:ext cx="2540350" cy="1258935"/>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9" name="Text Placeholder 10">
            <a:extLst>
              <a:ext uri="{FF2B5EF4-FFF2-40B4-BE49-F238E27FC236}">
                <a16:creationId xmlns:a16="http://schemas.microsoft.com/office/drawing/2014/main" id="{35A8C3BD-2930-45A1-B3E0-EC8FA92B65F8}"/>
              </a:ext>
            </a:extLst>
          </p:cNvPr>
          <p:cNvSpPr>
            <a:spLocks noGrp="1"/>
          </p:cNvSpPr>
          <p:nvPr>
            <p:ph type="body" sz="quarter" idx="19" hasCustomPrompt="1"/>
          </p:nvPr>
        </p:nvSpPr>
        <p:spPr>
          <a:xfrm>
            <a:off x="6928176" y="4180979"/>
            <a:ext cx="2666264" cy="428891"/>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4" name="Text Placeholder 10">
            <a:extLst>
              <a:ext uri="{FF2B5EF4-FFF2-40B4-BE49-F238E27FC236}">
                <a16:creationId xmlns:a16="http://schemas.microsoft.com/office/drawing/2014/main" id="{E7A5E528-A349-45DA-A841-E092311D8F76}"/>
              </a:ext>
            </a:extLst>
          </p:cNvPr>
          <p:cNvSpPr>
            <a:spLocks noGrp="1"/>
          </p:cNvSpPr>
          <p:nvPr>
            <p:ph type="body" sz="quarter" idx="15" hasCustomPrompt="1"/>
          </p:nvPr>
        </p:nvSpPr>
        <p:spPr>
          <a:xfrm>
            <a:off x="6928176" y="4562979"/>
            <a:ext cx="2666264" cy="1258935"/>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03120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B5AB06-9792-445C-9B3C-103D5EBCE6D9}"/>
              </a:ext>
              <a:ext uri="{C183D7F6-B498-43B3-948B-1728B52AA6E4}">
                <adec:decorative xmlns:adec="http://schemas.microsoft.com/office/drawing/2017/decorative" val="1"/>
              </a:ext>
            </a:extLst>
          </p:cNvPr>
          <p:cNvSpPr/>
          <p:nvPr userDrawn="1"/>
        </p:nvSpPr>
        <p:spPr>
          <a:xfrm>
            <a:off x="0" y="3"/>
            <a:ext cx="9906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681039" y="597995"/>
            <a:ext cx="8543925" cy="994835"/>
          </a:xfrm>
          <a:prstGeom prst="rect">
            <a:avLst/>
          </a:prstGeom>
        </p:spPr>
        <p:txBody>
          <a:bodyPr rtlCol="0" anchor="ctr"/>
          <a:lstStyle>
            <a:lvl1pPr algn="ctr">
              <a:defRPr sz="1800" cap="all" spc="75" baseline="0">
                <a:solidFill>
                  <a:schemeClr val="tx2">
                    <a:lumMod val="75000"/>
                  </a:schemeClr>
                </a:solidFill>
              </a:defRPr>
            </a:lvl1pPr>
          </a:lstStyle>
          <a:p>
            <a:pPr rtl="0"/>
            <a:r>
              <a:rPr lang="en-GB" noProof="0"/>
              <a:t>Click to add title</a:t>
            </a:r>
          </a:p>
        </p:txBody>
      </p:sp>
      <p:sp>
        <p:nvSpPr>
          <p:cNvPr id="5" name="Picture Placeholder 4">
            <a:extLst>
              <a:ext uri="{FF2B5EF4-FFF2-40B4-BE49-F238E27FC236}">
                <a16:creationId xmlns:a16="http://schemas.microsoft.com/office/drawing/2014/main" id="{4C3BAD53-6B4A-490D-BE06-B5A0B068755B}"/>
              </a:ext>
            </a:extLst>
          </p:cNvPr>
          <p:cNvSpPr>
            <a:spLocks noGrp="1"/>
          </p:cNvSpPr>
          <p:nvPr>
            <p:ph type="pic" sz="quarter" idx="23"/>
          </p:nvPr>
        </p:nvSpPr>
        <p:spPr>
          <a:xfrm>
            <a:off x="1326494" y="2982740"/>
            <a:ext cx="490347" cy="603504"/>
          </a:xfrm>
          <a:prstGeom prst="rect">
            <a:avLst/>
          </a:prstGeom>
        </p:spPr>
        <p:txBody>
          <a:bodyPr rtlCol="0"/>
          <a:lstStyle>
            <a:lvl1pPr marL="0" indent="0" algn="ctr">
              <a:buNone/>
              <a:defRPr sz="825"/>
            </a:lvl1pPr>
          </a:lstStyle>
          <a:p>
            <a:pPr rtl="0"/>
            <a:r>
              <a:rPr lang="en-US" noProof="0"/>
              <a:t>Click icon to add picture</a:t>
            </a:r>
            <a:endParaRPr lang="en-GB" noProof="0"/>
          </a:p>
        </p:txBody>
      </p:sp>
      <p:sp>
        <p:nvSpPr>
          <p:cNvPr id="22" name="Picture Placeholder 4">
            <a:extLst>
              <a:ext uri="{FF2B5EF4-FFF2-40B4-BE49-F238E27FC236}">
                <a16:creationId xmlns:a16="http://schemas.microsoft.com/office/drawing/2014/main" id="{30E1FC4A-DE44-4B85-856E-E2480DF55A80}"/>
              </a:ext>
            </a:extLst>
          </p:cNvPr>
          <p:cNvSpPr>
            <a:spLocks noGrp="1"/>
          </p:cNvSpPr>
          <p:nvPr>
            <p:ph type="pic" sz="quarter" idx="24"/>
          </p:nvPr>
        </p:nvSpPr>
        <p:spPr>
          <a:xfrm>
            <a:off x="3565445" y="2981421"/>
            <a:ext cx="490347" cy="594360"/>
          </a:xfrm>
          <a:prstGeom prst="rect">
            <a:avLst/>
          </a:prstGeom>
        </p:spPr>
        <p:txBody>
          <a:bodyPr rtlCol="0"/>
          <a:lstStyle>
            <a:lvl1pPr marL="0" indent="0" algn="ctr">
              <a:buNone/>
              <a:defRPr sz="825"/>
            </a:lvl1pPr>
          </a:lstStyle>
          <a:p>
            <a:pPr rtl="0"/>
            <a:r>
              <a:rPr lang="en-US" noProof="0"/>
              <a:t>Click icon to add picture</a:t>
            </a:r>
            <a:endParaRPr lang="en-GB" noProof="0"/>
          </a:p>
        </p:txBody>
      </p:sp>
      <p:sp>
        <p:nvSpPr>
          <p:cNvPr id="23" name="Picture Placeholder 4">
            <a:extLst>
              <a:ext uri="{FF2B5EF4-FFF2-40B4-BE49-F238E27FC236}">
                <a16:creationId xmlns:a16="http://schemas.microsoft.com/office/drawing/2014/main" id="{02E70B7A-F000-4D8D-9BDF-E10FF6B38374}"/>
              </a:ext>
            </a:extLst>
          </p:cNvPr>
          <p:cNvSpPr>
            <a:spLocks noGrp="1"/>
          </p:cNvSpPr>
          <p:nvPr>
            <p:ph type="pic" sz="quarter" idx="25"/>
          </p:nvPr>
        </p:nvSpPr>
        <p:spPr>
          <a:xfrm>
            <a:off x="5836108" y="2983163"/>
            <a:ext cx="490347" cy="603504"/>
          </a:xfrm>
          <a:prstGeom prst="rect">
            <a:avLst/>
          </a:prstGeom>
        </p:spPr>
        <p:txBody>
          <a:bodyPr rtlCol="0"/>
          <a:lstStyle>
            <a:lvl1pPr marL="0" indent="0" algn="ctr">
              <a:buNone/>
              <a:defRPr sz="825"/>
            </a:lvl1pPr>
          </a:lstStyle>
          <a:p>
            <a:pPr rtl="0"/>
            <a:r>
              <a:rPr lang="en-US" noProof="0"/>
              <a:t>Click icon to add picture</a:t>
            </a:r>
            <a:endParaRPr lang="en-GB" noProof="0"/>
          </a:p>
        </p:txBody>
      </p:sp>
      <p:sp>
        <p:nvSpPr>
          <p:cNvPr id="24" name="Picture Placeholder 4">
            <a:extLst>
              <a:ext uri="{FF2B5EF4-FFF2-40B4-BE49-F238E27FC236}">
                <a16:creationId xmlns:a16="http://schemas.microsoft.com/office/drawing/2014/main" id="{1CED61F8-3F2F-4611-8E56-88AAF763257E}"/>
              </a:ext>
            </a:extLst>
          </p:cNvPr>
          <p:cNvSpPr>
            <a:spLocks noGrp="1"/>
          </p:cNvSpPr>
          <p:nvPr>
            <p:ph type="pic" sz="quarter" idx="26"/>
          </p:nvPr>
        </p:nvSpPr>
        <p:spPr>
          <a:xfrm>
            <a:off x="8066214" y="3001928"/>
            <a:ext cx="482918" cy="594360"/>
          </a:xfrm>
          <a:prstGeom prst="rect">
            <a:avLst/>
          </a:prstGeom>
        </p:spPr>
        <p:txBody>
          <a:bodyPr rtlCol="0"/>
          <a:lstStyle>
            <a:lvl1pPr marL="0" indent="0" algn="ctr">
              <a:buNone/>
              <a:defRPr sz="825"/>
            </a:lvl1pPr>
          </a:lstStyle>
          <a:p>
            <a:pPr rtl="0"/>
            <a:r>
              <a:rPr lang="en-US" noProof="0"/>
              <a:t>Click icon to add picture</a:t>
            </a:r>
            <a:endParaRPr lang="en-GB" noProof="0"/>
          </a:p>
        </p:txBody>
      </p:sp>
      <p:sp>
        <p:nvSpPr>
          <p:cNvPr id="30" name="Text Placeholder 10">
            <a:extLst>
              <a:ext uri="{FF2B5EF4-FFF2-40B4-BE49-F238E27FC236}">
                <a16:creationId xmlns:a16="http://schemas.microsoft.com/office/drawing/2014/main" id="{B7058D0A-FADA-4AE8-99E1-90B4E5D358AC}"/>
              </a:ext>
            </a:extLst>
          </p:cNvPr>
          <p:cNvSpPr>
            <a:spLocks noGrp="1"/>
          </p:cNvSpPr>
          <p:nvPr>
            <p:ph type="body" sz="quarter" idx="16" hasCustomPrompt="1"/>
          </p:nvPr>
        </p:nvSpPr>
        <p:spPr>
          <a:xfrm>
            <a:off x="601901" y="3608440"/>
            <a:ext cx="1910550" cy="491509"/>
          </a:xfrm>
          <a:prstGeom prst="rect">
            <a:avLst/>
          </a:prstGeom>
        </p:spPr>
        <p:txBody>
          <a:bodyPr rtlCol="0" anchor="b"/>
          <a:lstStyle>
            <a:lvl1pPr marL="0" indent="0" algn="ctr">
              <a:buNone/>
              <a:defRPr sz="1350" cap="all" spc="75" baseline="0">
                <a:solidFill>
                  <a:schemeClr val="accent5">
                    <a:lumMod val="50000"/>
                  </a:schemeClr>
                </a:solidFill>
                <a:latin typeface="+mj-lt"/>
              </a:defRPr>
            </a:lvl1pPr>
          </a:lstStyle>
          <a:p>
            <a:pPr lvl="0" rtl="0"/>
            <a:r>
              <a:rPr lang="en-GB" noProof="0"/>
              <a:t>Click to add subtitle</a:t>
            </a:r>
          </a:p>
        </p:txBody>
      </p:sp>
      <p:sp>
        <p:nvSpPr>
          <p:cNvPr id="28" name="Text Placeholder 10">
            <a:extLst>
              <a:ext uri="{FF2B5EF4-FFF2-40B4-BE49-F238E27FC236}">
                <a16:creationId xmlns:a16="http://schemas.microsoft.com/office/drawing/2014/main" id="{3B7B90F8-2155-4E8A-BCE9-7780EE14ED2C}"/>
              </a:ext>
            </a:extLst>
          </p:cNvPr>
          <p:cNvSpPr>
            <a:spLocks noGrp="1"/>
          </p:cNvSpPr>
          <p:nvPr>
            <p:ph type="body" sz="quarter" idx="12" hasCustomPrompt="1"/>
          </p:nvPr>
        </p:nvSpPr>
        <p:spPr>
          <a:xfrm>
            <a:off x="601901" y="4036044"/>
            <a:ext cx="1910550" cy="1704547"/>
          </a:xfrm>
          <a:prstGeom prst="rect">
            <a:avLst/>
          </a:prstGeom>
        </p:spPr>
        <p:txBody>
          <a:bodyPr rtlCol="0" anchor="t"/>
          <a:lstStyle>
            <a:lvl1pPr marL="0" indent="0" algn="ctr">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44" name="Text Placeholder 10">
            <a:extLst>
              <a:ext uri="{FF2B5EF4-FFF2-40B4-BE49-F238E27FC236}">
                <a16:creationId xmlns:a16="http://schemas.microsoft.com/office/drawing/2014/main" id="{9C0C6E63-A45B-409B-824C-FAA0CC56EC89}"/>
              </a:ext>
            </a:extLst>
          </p:cNvPr>
          <p:cNvSpPr>
            <a:spLocks noGrp="1"/>
          </p:cNvSpPr>
          <p:nvPr>
            <p:ph type="body" sz="quarter" idx="18" hasCustomPrompt="1"/>
          </p:nvPr>
        </p:nvSpPr>
        <p:spPr>
          <a:xfrm>
            <a:off x="2850722" y="3608440"/>
            <a:ext cx="1910550" cy="491509"/>
          </a:xfrm>
          <a:prstGeom prst="rect">
            <a:avLst/>
          </a:prstGeom>
        </p:spPr>
        <p:txBody>
          <a:bodyPr rtlCol="0" anchor="b"/>
          <a:lstStyle>
            <a:lvl1pPr marL="0" indent="0" algn="ctr">
              <a:buNone/>
              <a:defRPr sz="1350" cap="all" spc="75" baseline="0">
                <a:solidFill>
                  <a:schemeClr val="accent5">
                    <a:lumMod val="50000"/>
                  </a:schemeClr>
                </a:solidFill>
                <a:latin typeface="+mj-lt"/>
              </a:defRPr>
            </a:lvl1pPr>
          </a:lstStyle>
          <a:p>
            <a:pPr lvl="0" rtl="0"/>
            <a:r>
              <a:rPr lang="en-GB" noProof="0"/>
              <a:t>Click to add subtitle</a:t>
            </a:r>
          </a:p>
        </p:txBody>
      </p:sp>
      <p:sp>
        <p:nvSpPr>
          <p:cNvPr id="43" name="Text Placeholder 10">
            <a:extLst>
              <a:ext uri="{FF2B5EF4-FFF2-40B4-BE49-F238E27FC236}">
                <a16:creationId xmlns:a16="http://schemas.microsoft.com/office/drawing/2014/main" id="{B910C319-3589-469F-9A8A-173CB714BA47}"/>
              </a:ext>
            </a:extLst>
          </p:cNvPr>
          <p:cNvSpPr>
            <a:spLocks noGrp="1"/>
          </p:cNvSpPr>
          <p:nvPr>
            <p:ph type="body" sz="quarter" idx="17" hasCustomPrompt="1"/>
          </p:nvPr>
        </p:nvSpPr>
        <p:spPr>
          <a:xfrm>
            <a:off x="2850722" y="4036044"/>
            <a:ext cx="1910550" cy="1704547"/>
          </a:xfrm>
          <a:prstGeom prst="rect">
            <a:avLst/>
          </a:prstGeom>
        </p:spPr>
        <p:txBody>
          <a:bodyPr rtlCol="0" anchor="t"/>
          <a:lstStyle>
            <a:lvl1pPr marL="0" indent="0" algn="ctr">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46" name="Text Placeholder 10">
            <a:extLst>
              <a:ext uri="{FF2B5EF4-FFF2-40B4-BE49-F238E27FC236}">
                <a16:creationId xmlns:a16="http://schemas.microsoft.com/office/drawing/2014/main" id="{D9802FCD-21E3-4F6F-B57C-02AEB618FE8B}"/>
              </a:ext>
            </a:extLst>
          </p:cNvPr>
          <p:cNvSpPr>
            <a:spLocks noGrp="1"/>
          </p:cNvSpPr>
          <p:nvPr>
            <p:ph type="body" sz="quarter" idx="20" hasCustomPrompt="1"/>
          </p:nvPr>
        </p:nvSpPr>
        <p:spPr>
          <a:xfrm>
            <a:off x="5121512" y="3608440"/>
            <a:ext cx="1910550" cy="491509"/>
          </a:xfrm>
          <a:prstGeom prst="rect">
            <a:avLst/>
          </a:prstGeom>
        </p:spPr>
        <p:txBody>
          <a:bodyPr rtlCol="0" anchor="b"/>
          <a:lstStyle>
            <a:lvl1pPr marL="0" indent="0" algn="ctr">
              <a:buNone/>
              <a:defRPr sz="1350" cap="all" spc="75" baseline="0">
                <a:solidFill>
                  <a:schemeClr val="accent5">
                    <a:lumMod val="50000"/>
                  </a:schemeClr>
                </a:solidFill>
                <a:latin typeface="+mj-lt"/>
              </a:defRPr>
            </a:lvl1pPr>
          </a:lstStyle>
          <a:p>
            <a:pPr lvl="0" rtl="0"/>
            <a:r>
              <a:rPr lang="en-GB" noProof="0"/>
              <a:t>Click to add subtitle</a:t>
            </a:r>
          </a:p>
        </p:txBody>
      </p:sp>
      <p:sp>
        <p:nvSpPr>
          <p:cNvPr id="45" name="Text Placeholder 10">
            <a:extLst>
              <a:ext uri="{FF2B5EF4-FFF2-40B4-BE49-F238E27FC236}">
                <a16:creationId xmlns:a16="http://schemas.microsoft.com/office/drawing/2014/main" id="{4AFEE648-F3AD-453E-895B-F43C7415C7BC}"/>
              </a:ext>
            </a:extLst>
          </p:cNvPr>
          <p:cNvSpPr>
            <a:spLocks noGrp="1"/>
          </p:cNvSpPr>
          <p:nvPr>
            <p:ph type="body" sz="quarter" idx="19" hasCustomPrompt="1"/>
          </p:nvPr>
        </p:nvSpPr>
        <p:spPr>
          <a:xfrm>
            <a:off x="5121512" y="4036044"/>
            <a:ext cx="1910550" cy="1704547"/>
          </a:xfrm>
          <a:prstGeom prst="rect">
            <a:avLst/>
          </a:prstGeom>
        </p:spPr>
        <p:txBody>
          <a:bodyPr rtlCol="0" anchor="t"/>
          <a:lstStyle>
            <a:lvl1pPr marL="0" indent="0" algn="ctr">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48" name="Text Placeholder 10">
            <a:extLst>
              <a:ext uri="{FF2B5EF4-FFF2-40B4-BE49-F238E27FC236}">
                <a16:creationId xmlns:a16="http://schemas.microsoft.com/office/drawing/2014/main" id="{AA760860-8E89-42DD-87FD-F9951F283727}"/>
              </a:ext>
            </a:extLst>
          </p:cNvPr>
          <p:cNvSpPr>
            <a:spLocks noGrp="1"/>
          </p:cNvSpPr>
          <p:nvPr>
            <p:ph type="body" sz="quarter" idx="22" hasCustomPrompt="1"/>
          </p:nvPr>
        </p:nvSpPr>
        <p:spPr>
          <a:xfrm>
            <a:off x="7370335" y="3608440"/>
            <a:ext cx="1910550" cy="491509"/>
          </a:xfrm>
          <a:prstGeom prst="rect">
            <a:avLst/>
          </a:prstGeom>
        </p:spPr>
        <p:txBody>
          <a:bodyPr rtlCol="0" anchor="b"/>
          <a:lstStyle>
            <a:lvl1pPr marL="0" indent="0" algn="ctr">
              <a:buNone/>
              <a:defRPr sz="1350" cap="all" spc="75" baseline="0">
                <a:solidFill>
                  <a:schemeClr val="accent5">
                    <a:lumMod val="50000"/>
                  </a:schemeClr>
                </a:solidFill>
                <a:latin typeface="+mj-lt"/>
              </a:defRPr>
            </a:lvl1pPr>
          </a:lstStyle>
          <a:p>
            <a:pPr lvl="0" rtl="0"/>
            <a:r>
              <a:rPr lang="en-GB" noProof="0"/>
              <a:t>Click to add subtitle</a:t>
            </a:r>
          </a:p>
        </p:txBody>
      </p:sp>
      <p:sp>
        <p:nvSpPr>
          <p:cNvPr id="47" name="Text Placeholder 10">
            <a:extLst>
              <a:ext uri="{FF2B5EF4-FFF2-40B4-BE49-F238E27FC236}">
                <a16:creationId xmlns:a16="http://schemas.microsoft.com/office/drawing/2014/main" id="{5FD2DFE0-D25E-4B72-A2B4-C40CF72D522E}"/>
              </a:ext>
            </a:extLst>
          </p:cNvPr>
          <p:cNvSpPr>
            <a:spLocks noGrp="1"/>
          </p:cNvSpPr>
          <p:nvPr>
            <p:ph type="body" sz="quarter" idx="21" hasCustomPrompt="1"/>
          </p:nvPr>
        </p:nvSpPr>
        <p:spPr>
          <a:xfrm>
            <a:off x="7370335" y="4036044"/>
            <a:ext cx="1910550" cy="1704547"/>
          </a:xfrm>
          <a:prstGeom prst="rect">
            <a:avLst/>
          </a:prstGeom>
        </p:spPr>
        <p:txBody>
          <a:bodyPr rtlCol="0" anchor="t"/>
          <a:lstStyle>
            <a:lvl1pPr marL="0" indent="0" algn="ctr">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2">
                    <a:lumMod val="50000"/>
                  </a:schemeClr>
                </a:solidFill>
              </a:defRPr>
            </a:lvl1pPr>
          </a:lstStyle>
          <a:p>
            <a:pPr rtl="0"/>
            <a:r>
              <a:rPr lang="en-GB" noProof="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414765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E090415B-A73D-4D17-B5FA-F442D6C0EB27}"/>
              </a:ext>
            </a:extLst>
          </p:cNvPr>
          <p:cNvSpPr>
            <a:spLocks noGrp="1"/>
          </p:cNvSpPr>
          <p:nvPr>
            <p:ph type="pic" sz="quarter" idx="10" hasCustomPrompt="1"/>
          </p:nvPr>
        </p:nvSpPr>
        <p:spPr>
          <a:xfrm>
            <a:off x="0" y="0"/>
            <a:ext cx="9906000" cy="3429000"/>
          </a:xfrm>
          <a:prstGeom prst="rect">
            <a:avLst/>
          </a:prstGeom>
        </p:spPr>
        <p:txBody>
          <a:bodyPr rtlCol="0"/>
          <a:lstStyle>
            <a:lvl1pPr marL="0" indent="0" algn="ctr">
              <a:buNone/>
              <a:defRPr/>
            </a:lvl1pPr>
          </a:lstStyle>
          <a:p>
            <a:pPr rtl="0"/>
            <a:r>
              <a:rPr lang="en-GB" noProof="0"/>
              <a:t>Click to add photo</a:t>
            </a:r>
          </a:p>
        </p:txBody>
      </p:sp>
      <p:sp>
        <p:nvSpPr>
          <p:cNvPr id="3" name="Title 2">
            <a:extLst>
              <a:ext uri="{FF2B5EF4-FFF2-40B4-BE49-F238E27FC236}">
                <a16:creationId xmlns:a16="http://schemas.microsoft.com/office/drawing/2014/main" id="{AB9CB337-B3D4-443D-99C2-B7AE9EB5D243}"/>
              </a:ext>
            </a:extLst>
          </p:cNvPr>
          <p:cNvSpPr>
            <a:spLocks noGrp="1"/>
          </p:cNvSpPr>
          <p:nvPr>
            <p:ph type="title" hasCustomPrompt="1"/>
          </p:nvPr>
        </p:nvSpPr>
        <p:spPr>
          <a:xfrm>
            <a:off x="66039" y="-136525"/>
            <a:ext cx="4046066" cy="6858000"/>
          </a:xfrm>
          <a:prstGeom prst="rect">
            <a:avLst/>
          </a:prstGeom>
          <a:solidFill>
            <a:schemeClr val="accent2">
              <a:alpha val="92000"/>
            </a:schemeClr>
          </a:solidFill>
        </p:spPr>
        <p:txBody>
          <a:bodyPr tIns="3246120" rtlCol="0" anchor="ctr"/>
          <a:lstStyle>
            <a:lvl1pPr algn="ctr">
              <a:defRPr sz="1800" cap="all" spc="75" baseline="0">
                <a:solidFill>
                  <a:schemeClr val="bg1"/>
                </a:solidFill>
              </a:defRPr>
            </a:lvl1pPr>
          </a:lstStyle>
          <a:p>
            <a:pPr rtl="0"/>
            <a:r>
              <a:rPr lang="en-GB" noProof="0"/>
              <a:t>Add title</a:t>
            </a:r>
          </a:p>
        </p:txBody>
      </p:sp>
      <p:sp>
        <p:nvSpPr>
          <p:cNvPr id="8" name="Date Placeholder 3">
            <a:extLst>
              <a:ext uri="{FF2B5EF4-FFF2-40B4-BE49-F238E27FC236}">
                <a16:creationId xmlns:a16="http://schemas.microsoft.com/office/drawing/2014/main" id="{C9AB6E92-BF31-4AA5-B407-78E1D7795AB2}"/>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9" name="Footer Placeholder 4">
            <a:extLst>
              <a:ext uri="{FF2B5EF4-FFF2-40B4-BE49-F238E27FC236}">
                <a16:creationId xmlns:a16="http://schemas.microsoft.com/office/drawing/2014/main" id="{3803124F-8B71-4805-8DBD-A3AB3ED43475}"/>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10" name="Slide Number Placeholder 5">
            <a:extLst>
              <a:ext uri="{FF2B5EF4-FFF2-40B4-BE49-F238E27FC236}">
                <a16:creationId xmlns:a16="http://schemas.microsoft.com/office/drawing/2014/main" id="{99A9D64C-A9E2-4148-B514-933547C5B9ED}"/>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
        <p:nvSpPr>
          <p:cNvPr id="15" name="Text Placeholder 10">
            <a:extLst>
              <a:ext uri="{FF2B5EF4-FFF2-40B4-BE49-F238E27FC236}">
                <a16:creationId xmlns:a16="http://schemas.microsoft.com/office/drawing/2014/main" id="{4218B468-C542-4326-86FA-43DF3A4F3DB9}"/>
              </a:ext>
            </a:extLst>
          </p:cNvPr>
          <p:cNvSpPr>
            <a:spLocks noGrp="1"/>
          </p:cNvSpPr>
          <p:nvPr>
            <p:ph type="body" sz="quarter" idx="16" hasCustomPrompt="1"/>
          </p:nvPr>
        </p:nvSpPr>
        <p:spPr>
          <a:xfrm>
            <a:off x="4666656" y="3972256"/>
            <a:ext cx="4760779" cy="1769419"/>
          </a:xfrm>
          <a:prstGeom prst="rect">
            <a:avLst/>
          </a:prstGeom>
        </p:spPr>
        <p:txBody>
          <a:bodyPr rtlCol="0" anchor="ctr"/>
          <a:lstStyle>
            <a:lvl1pPr marL="0" indent="0" algn="l">
              <a:lnSpc>
                <a:spcPct val="200000"/>
              </a:lnSpc>
              <a:spcBef>
                <a:spcPts val="0"/>
              </a:spcBef>
              <a:buNone/>
              <a:defRPr sz="1350" cap="none" spc="75" baseline="0">
                <a:solidFill>
                  <a:schemeClr val="tx1"/>
                </a:solidFill>
                <a:latin typeface="+mn-lt"/>
              </a:defRPr>
            </a:lvl1pPr>
          </a:lstStyle>
          <a:p>
            <a:pPr lvl="0" rtl="0"/>
            <a:r>
              <a:rPr lang="en-GB" noProof="0"/>
              <a:t>Click to add subtitle</a:t>
            </a:r>
          </a:p>
        </p:txBody>
      </p:sp>
    </p:spTree>
    <p:extLst>
      <p:ext uri="{BB962C8B-B14F-4D97-AF65-F5344CB8AC3E}">
        <p14:creationId xmlns:p14="http://schemas.microsoft.com/office/powerpoint/2010/main" val="4170420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0"/>
            <a:ext cx="9906000" cy="6858000"/>
          </a:xfrm>
          <a:prstGeom prst="rect">
            <a:avLst/>
          </a:prstGeom>
        </p:spPr>
        <p:txBody>
          <a:bodyPr rtlCol="0"/>
          <a:lstStyle>
            <a:lvl1pPr marL="0" indent="0" algn="ctr">
              <a:buNone/>
              <a:defRPr/>
            </a:lvl1pPr>
          </a:lstStyle>
          <a:p>
            <a:pPr rtl="0"/>
            <a:r>
              <a:rPr lang="en-GB" noProof="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0" y="2375848"/>
            <a:ext cx="9906000" cy="4491182"/>
          </a:xfrm>
          <a:prstGeom prst="rect">
            <a:avLst/>
          </a:prstGeom>
          <a:solidFill>
            <a:schemeClr val="accent4">
              <a:lumMod val="50000"/>
              <a:alpha val="55000"/>
            </a:schemeClr>
          </a:solidFill>
        </p:spPr>
        <p:txBody>
          <a:bodyPr lIns="3657600" tIns="182880" rIns="3657600" rtlCol="0"/>
          <a:lstStyle>
            <a:lvl1pPr algn="ctr">
              <a:defRPr sz="4500" cap="all" spc="75" baseline="0">
                <a:solidFill>
                  <a:schemeClr val="accent5"/>
                </a:solidFill>
              </a:defRPr>
            </a:lvl1pPr>
          </a:lstStyle>
          <a:p>
            <a:pPr rtl="0"/>
            <a:r>
              <a:rPr lang="en-GB" noProof="0"/>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5502474" cy="6858000"/>
          </a:xfrm>
          <a:prstGeom prst="rect">
            <a:avLst/>
          </a:prstGeom>
        </p:spPr>
        <p:txBody>
          <a:bodyPr rtlCol="0"/>
          <a:lstStyle>
            <a:lvl1pPr marL="0" indent="0" algn="ctr">
              <a:buNone/>
              <a:defRPr/>
            </a:lvl1pPr>
          </a:lstStyle>
          <a:p>
            <a:pPr rtl="0"/>
            <a:r>
              <a:rPr lang="en-GB" noProof="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512350" y="790901"/>
            <a:ext cx="2477774" cy="640698"/>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rtlCol="0" anchor="ctr"/>
          <a:lstStyle>
            <a:lvl1pPr algn="ctr">
              <a:defRPr sz="1800" cap="all" spc="75" baseline="0">
                <a:solidFill>
                  <a:schemeClr val="bg1"/>
                </a:solidFill>
              </a:defRPr>
            </a:lvl1pPr>
          </a:lstStyle>
          <a:p>
            <a:pPr rtl="0"/>
            <a:r>
              <a:rPr lang="en-GB" noProof="0"/>
              <a:t>Add title</a:t>
            </a:r>
          </a:p>
        </p:txBody>
      </p:sp>
      <p:sp>
        <p:nvSpPr>
          <p:cNvPr id="16" name="Text Placeholder 10">
            <a:extLst>
              <a:ext uri="{FF2B5EF4-FFF2-40B4-BE49-F238E27FC236}">
                <a16:creationId xmlns:a16="http://schemas.microsoft.com/office/drawing/2014/main" id="{782CE97E-7FF6-4E8B-AF42-9777A2451F87}"/>
              </a:ext>
            </a:extLst>
          </p:cNvPr>
          <p:cNvSpPr>
            <a:spLocks noGrp="1"/>
          </p:cNvSpPr>
          <p:nvPr>
            <p:ph type="body" sz="quarter" idx="16" hasCustomPrompt="1"/>
          </p:nvPr>
        </p:nvSpPr>
        <p:spPr>
          <a:xfrm>
            <a:off x="6355446" y="826723"/>
            <a:ext cx="2779646" cy="426393"/>
          </a:xfrm>
          <a:prstGeom prst="rect">
            <a:avLst/>
          </a:prstGeom>
        </p:spPr>
        <p:txBody>
          <a:bodyPr rtlCol="0" anchor="b"/>
          <a:lstStyle>
            <a:lvl1pPr marL="0" indent="0" algn="l">
              <a:buNone/>
              <a:defRPr sz="1350" cap="all" spc="75" baseline="0">
                <a:solidFill>
                  <a:schemeClr val="accent2"/>
                </a:solidFill>
                <a:latin typeface="+mj-lt"/>
              </a:defRPr>
            </a:lvl1pPr>
          </a:lstStyle>
          <a:p>
            <a:pPr lvl="0" rtl="0"/>
            <a:r>
              <a:rPr lang="en-GB" noProof="0"/>
              <a:t>Click to add subtitle</a:t>
            </a:r>
          </a:p>
        </p:txBody>
      </p:sp>
      <p:sp>
        <p:nvSpPr>
          <p:cNvPr id="14" name="Text Placeholder 10">
            <a:extLst>
              <a:ext uri="{FF2B5EF4-FFF2-40B4-BE49-F238E27FC236}">
                <a16:creationId xmlns:a16="http://schemas.microsoft.com/office/drawing/2014/main" id="{F57B5FEE-44D7-4F94-A843-EC7BD802D827}"/>
              </a:ext>
            </a:extLst>
          </p:cNvPr>
          <p:cNvSpPr>
            <a:spLocks noGrp="1"/>
          </p:cNvSpPr>
          <p:nvPr>
            <p:ph type="body" sz="quarter" idx="12" hasCustomPrompt="1"/>
          </p:nvPr>
        </p:nvSpPr>
        <p:spPr>
          <a:xfrm>
            <a:off x="6355446" y="1206225"/>
            <a:ext cx="2779646"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36" name="Text Placeholder 10">
            <a:extLst>
              <a:ext uri="{FF2B5EF4-FFF2-40B4-BE49-F238E27FC236}">
                <a16:creationId xmlns:a16="http://schemas.microsoft.com/office/drawing/2014/main" id="{4250112D-DE79-407A-BBAB-B2BB2CB881C5}"/>
              </a:ext>
            </a:extLst>
          </p:cNvPr>
          <p:cNvSpPr>
            <a:spLocks noGrp="1"/>
          </p:cNvSpPr>
          <p:nvPr>
            <p:ph type="body" sz="quarter" idx="18" hasCustomPrompt="1"/>
          </p:nvPr>
        </p:nvSpPr>
        <p:spPr>
          <a:xfrm>
            <a:off x="6355446" y="2666705"/>
            <a:ext cx="2779646" cy="426393"/>
          </a:xfrm>
          <a:prstGeom prst="rect">
            <a:avLst/>
          </a:prstGeom>
        </p:spPr>
        <p:txBody>
          <a:bodyPr rtlCol="0" anchor="b"/>
          <a:lstStyle>
            <a:lvl1pPr marL="0" indent="0" algn="l">
              <a:buNone/>
              <a:defRPr sz="1350" cap="all" spc="75" baseline="0">
                <a:solidFill>
                  <a:schemeClr val="accent2"/>
                </a:solidFill>
                <a:latin typeface="+mj-lt"/>
              </a:defRPr>
            </a:lvl1pPr>
          </a:lstStyle>
          <a:p>
            <a:pPr lvl="0" rtl="0"/>
            <a:r>
              <a:rPr lang="en-GB" noProof="0"/>
              <a:t>Click to add subtitle</a:t>
            </a:r>
          </a:p>
        </p:txBody>
      </p:sp>
      <p:sp>
        <p:nvSpPr>
          <p:cNvPr id="35" name="Text Placeholder 10">
            <a:extLst>
              <a:ext uri="{FF2B5EF4-FFF2-40B4-BE49-F238E27FC236}">
                <a16:creationId xmlns:a16="http://schemas.microsoft.com/office/drawing/2014/main" id="{1C55DCE1-6E6B-4CDD-A9D8-B2A003485698}"/>
              </a:ext>
            </a:extLst>
          </p:cNvPr>
          <p:cNvSpPr>
            <a:spLocks noGrp="1"/>
          </p:cNvSpPr>
          <p:nvPr>
            <p:ph type="body" sz="quarter" idx="17" hasCustomPrompt="1"/>
          </p:nvPr>
        </p:nvSpPr>
        <p:spPr>
          <a:xfrm>
            <a:off x="6355446" y="3046207"/>
            <a:ext cx="2779646"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39" name="Text Placeholder 10">
            <a:extLst>
              <a:ext uri="{FF2B5EF4-FFF2-40B4-BE49-F238E27FC236}">
                <a16:creationId xmlns:a16="http://schemas.microsoft.com/office/drawing/2014/main" id="{9CAE3862-A5E9-4B70-8F14-8F5BFEE3AAEC}"/>
              </a:ext>
            </a:extLst>
          </p:cNvPr>
          <p:cNvSpPr>
            <a:spLocks noGrp="1"/>
          </p:cNvSpPr>
          <p:nvPr>
            <p:ph type="body" sz="quarter" idx="20" hasCustomPrompt="1"/>
          </p:nvPr>
        </p:nvSpPr>
        <p:spPr>
          <a:xfrm>
            <a:off x="6355446" y="4536578"/>
            <a:ext cx="2779646" cy="426393"/>
          </a:xfrm>
          <a:prstGeom prst="rect">
            <a:avLst/>
          </a:prstGeom>
        </p:spPr>
        <p:txBody>
          <a:bodyPr rtlCol="0" anchor="b"/>
          <a:lstStyle>
            <a:lvl1pPr marL="0" indent="0" algn="l">
              <a:buNone/>
              <a:defRPr sz="1350" cap="all" spc="75" baseline="0">
                <a:solidFill>
                  <a:schemeClr val="accent2"/>
                </a:solidFill>
                <a:latin typeface="+mj-lt"/>
              </a:defRPr>
            </a:lvl1pPr>
          </a:lstStyle>
          <a:p>
            <a:pPr lvl="0" rtl="0"/>
            <a:r>
              <a:rPr lang="en-GB" noProof="0"/>
              <a:t>Click to add subtitle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6355446" y="4916080"/>
            <a:ext cx="2779646"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681039" y="6356353"/>
            <a:ext cx="1292423" cy="365125"/>
          </a:xfrm>
          <a:prstGeom prst="rect">
            <a:avLst/>
          </a:prstGeom>
        </p:spPr>
        <p:txBody>
          <a:bodyPr vert="horz" lIns="91440" tIns="45720" rIns="91440" bIns="45720" rtlCol="0" anchor="ctr"/>
          <a:lstStyle>
            <a:lvl1pPr algn="l">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5259807" y="6356353"/>
            <a:ext cx="2228850"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effectLst/>
                <a:latin typeface="+mj-lt"/>
              </a:defRPr>
            </a:lvl1pPr>
          </a:lstStyle>
          <a:p>
            <a:pPr rtl="0"/>
            <a:r>
              <a:rPr lang="en-GB" noProof="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7955757" y="6356353"/>
            <a:ext cx="1269206"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2004238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78E2C-0F13-417A-AD7A-E478D5C3BD4C}"/>
              </a:ext>
            </a:extLst>
          </p:cNvPr>
          <p:cNvSpPr>
            <a:spLocks noGrp="1"/>
          </p:cNvSpPr>
          <p:nvPr>
            <p:ph type="title" hasCustomPrompt="1"/>
          </p:nvPr>
        </p:nvSpPr>
        <p:spPr>
          <a:xfrm>
            <a:off x="656812" y="422664"/>
            <a:ext cx="4225432" cy="720399"/>
          </a:xfrm>
          <a:prstGeom prst="rect">
            <a:avLst/>
          </a:prstGeom>
        </p:spPr>
        <p:txBody>
          <a:bodyPr rtlCol="0" anchor="ctr"/>
          <a:lstStyle>
            <a:lvl1pPr algn="l">
              <a:defRPr sz="1800" cap="all" spc="75" baseline="0">
                <a:solidFill>
                  <a:schemeClr val="accent2"/>
                </a:solidFill>
              </a:defRPr>
            </a:lvl1pPr>
          </a:lstStyle>
          <a:p>
            <a:pPr rtl="0"/>
            <a:r>
              <a:rPr lang="en-GB" noProof="0"/>
              <a:t>Click to add title</a:t>
            </a:r>
          </a:p>
        </p:txBody>
      </p:sp>
      <p:sp>
        <p:nvSpPr>
          <p:cNvPr id="15" name="Text Placeholder 10">
            <a:extLst>
              <a:ext uri="{FF2B5EF4-FFF2-40B4-BE49-F238E27FC236}">
                <a16:creationId xmlns:a16="http://schemas.microsoft.com/office/drawing/2014/main" id="{30892B14-4811-4781-A0D4-2D26A55DFF2F}"/>
              </a:ext>
            </a:extLst>
          </p:cNvPr>
          <p:cNvSpPr>
            <a:spLocks noGrp="1"/>
          </p:cNvSpPr>
          <p:nvPr>
            <p:ph type="body" sz="quarter" idx="16" hasCustomPrompt="1"/>
          </p:nvPr>
        </p:nvSpPr>
        <p:spPr>
          <a:xfrm>
            <a:off x="747504" y="1617551"/>
            <a:ext cx="712505" cy="720399"/>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1800" cap="all" spc="75" baseline="0">
                <a:solidFill>
                  <a:schemeClr val="accent5">
                    <a:lumMod val="50000"/>
                  </a:schemeClr>
                </a:solidFill>
                <a:latin typeface="+mj-lt"/>
              </a:defRPr>
            </a:lvl1pPr>
          </a:lstStyle>
          <a:p>
            <a:pPr lvl="0" rtl="0"/>
            <a:r>
              <a:rPr lang="en-GB" noProof="0"/>
              <a:t>text</a:t>
            </a:r>
          </a:p>
        </p:txBody>
      </p:sp>
      <p:sp>
        <p:nvSpPr>
          <p:cNvPr id="22" name="Text Placeholder 10">
            <a:extLst>
              <a:ext uri="{FF2B5EF4-FFF2-40B4-BE49-F238E27FC236}">
                <a16:creationId xmlns:a16="http://schemas.microsoft.com/office/drawing/2014/main" id="{950B6E72-89BA-408A-B2C8-8424747605D1}"/>
              </a:ext>
            </a:extLst>
          </p:cNvPr>
          <p:cNvSpPr>
            <a:spLocks noGrp="1"/>
          </p:cNvSpPr>
          <p:nvPr>
            <p:ph type="body" sz="quarter" idx="18" hasCustomPrompt="1"/>
          </p:nvPr>
        </p:nvSpPr>
        <p:spPr>
          <a:xfrm>
            <a:off x="747502" y="3180036"/>
            <a:ext cx="712506" cy="720400"/>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1800" cap="all" spc="75" baseline="0">
                <a:solidFill>
                  <a:schemeClr val="accent5">
                    <a:lumMod val="50000"/>
                  </a:schemeClr>
                </a:solidFill>
                <a:latin typeface="+mj-lt"/>
              </a:defRPr>
            </a:lvl1pPr>
          </a:lstStyle>
          <a:p>
            <a:pPr lvl="0" rtl="0"/>
            <a:r>
              <a:rPr lang="en-GB" noProof="0"/>
              <a:t>text</a:t>
            </a:r>
          </a:p>
        </p:txBody>
      </p:sp>
      <p:sp>
        <p:nvSpPr>
          <p:cNvPr id="24" name="Text Placeholder 10">
            <a:extLst>
              <a:ext uri="{FF2B5EF4-FFF2-40B4-BE49-F238E27FC236}">
                <a16:creationId xmlns:a16="http://schemas.microsoft.com/office/drawing/2014/main" id="{1FCE449C-D340-41D2-BDD5-5A31068FC8B8}"/>
              </a:ext>
            </a:extLst>
          </p:cNvPr>
          <p:cNvSpPr>
            <a:spLocks noGrp="1"/>
          </p:cNvSpPr>
          <p:nvPr>
            <p:ph type="body" sz="quarter" idx="20" hasCustomPrompt="1"/>
          </p:nvPr>
        </p:nvSpPr>
        <p:spPr>
          <a:xfrm>
            <a:off x="747502" y="4760985"/>
            <a:ext cx="712506" cy="720400"/>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1800" cap="all" spc="75" baseline="0">
                <a:solidFill>
                  <a:schemeClr val="accent5">
                    <a:lumMod val="50000"/>
                  </a:schemeClr>
                </a:solidFill>
                <a:latin typeface="+mj-lt"/>
              </a:defRPr>
            </a:lvl1pPr>
          </a:lstStyle>
          <a:p>
            <a:pPr lvl="0" rtl="0"/>
            <a:r>
              <a:rPr lang="en-GB" noProof="0"/>
              <a:t>text</a:t>
            </a:r>
          </a:p>
        </p:txBody>
      </p:sp>
      <p:sp>
        <p:nvSpPr>
          <p:cNvPr id="14" name="Text Placeholder 10">
            <a:extLst>
              <a:ext uri="{FF2B5EF4-FFF2-40B4-BE49-F238E27FC236}">
                <a16:creationId xmlns:a16="http://schemas.microsoft.com/office/drawing/2014/main" id="{41E2BD66-8465-46D7-9283-569B4EE4590B}"/>
              </a:ext>
            </a:extLst>
          </p:cNvPr>
          <p:cNvSpPr>
            <a:spLocks noGrp="1"/>
          </p:cNvSpPr>
          <p:nvPr>
            <p:ph type="body" sz="quarter" idx="12" hasCustomPrompt="1"/>
          </p:nvPr>
        </p:nvSpPr>
        <p:spPr>
          <a:xfrm>
            <a:off x="1708670" y="1456753"/>
            <a:ext cx="2734065"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21" name="Text Placeholder 10">
            <a:extLst>
              <a:ext uri="{FF2B5EF4-FFF2-40B4-BE49-F238E27FC236}">
                <a16:creationId xmlns:a16="http://schemas.microsoft.com/office/drawing/2014/main" id="{13CFC961-1ED9-4817-9DB9-A1F1D0FD2ABA}"/>
              </a:ext>
            </a:extLst>
          </p:cNvPr>
          <p:cNvSpPr>
            <a:spLocks noGrp="1"/>
          </p:cNvSpPr>
          <p:nvPr>
            <p:ph type="body" sz="quarter" idx="17" hasCustomPrompt="1"/>
          </p:nvPr>
        </p:nvSpPr>
        <p:spPr>
          <a:xfrm>
            <a:off x="1708670" y="3031685"/>
            <a:ext cx="2734065"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23" name="Text Placeholder 10">
            <a:extLst>
              <a:ext uri="{FF2B5EF4-FFF2-40B4-BE49-F238E27FC236}">
                <a16:creationId xmlns:a16="http://schemas.microsoft.com/office/drawing/2014/main" id="{7E0D9B8E-402D-44A1-920E-4838543BD9F3}"/>
              </a:ext>
            </a:extLst>
          </p:cNvPr>
          <p:cNvSpPr>
            <a:spLocks noGrp="1"/>
          </p:cNvSpPr>
          <p:nvPr>
            <p:ph type="body" sz="quarter" idx="19" hasCustomPrompt="1"/>
          </p:nvPr>
        </p:nvSpPr>
        <p:spPr>
          <a:xfrm>
            <a:off x="1708670" y="4612634"/>
            <a:ext cx="2734065" cy="1017102"/>
          </a:xfrm>
          <a:prstGeom prst="rect">
            <a:avLst/>
          </a:prstGeom>
        </p:spPr>
        <p:txBody>
          <a:bodyPr rtlCol="0" anchor="t"/>
          <a:lstStyle>
            <a:lvl1pPr marL="0" indent="0" algn="l">
              <a:lnSpc>
                <a:spcPct val="125000"/>
              </a:lnSpc>
              <a:spcBef>
                <a:spcPts val="0"/>
              </a:spcBef>
              <a:buNone/>
              <a:defRPr sz="1200" cap="none" spc="75" baseline="0">
                <a:solidFill>
                  <a:schemeClr val="tx1"/>
                </a:solidFill>
                <a:latin typeface="+mn-lt"/>
              </a:defRPr>
            </a:lvl1pPr>
          </a:lstStyle>
          <a:p>
            <a:pPr lvl="0" rtl="0"/>
            <a:r>
              <a:rPr lang="en-GB" noProof="0"/>
              <a:t>Click to add text</a:t>
            </a:r>
          </a:p>
        </p:txBody>
      </p:sp>
      <p:sp>
        <p:nvSpPr>
          <p:cNvPr id="25" name="Date Placeholder 3">
            <a:extLst>
              <a:ext uri="{FF2B5EF4-FFF2-40B4-BE49-F238E27FC236}">
                <a16:creationId xmlns:a16="http://schemas.microsoft.com/office/drawing/2014/main" id="{64607288-5296-4BAF-B405-7F1902FA0EF0}"/>
              </a:ext>
            </a:extLst>
          </p:cNvPr>
          <p:cNvSpPr>
            <a:spLocks noGrp="1"/>
          </p:cNvSpPr>
          <p:nvPr>
            <p:ph type="dt" sz="half" idx="2"/>
          </p:nvPr>
        </p:nvSpPr>
        <p:spPr>
          <a:xfrm>
            <a:off x="1" y="6248018"/>
            <a:ext cx="1978867" cy="614850"/>
          </a:xfrm>
          <a:prstGeom prst="rect">
            <a:avLst/>
          </a:prstGeom>
          <a:solidFill>
            <a:schemeClr val="accent2">
              <a:alpha val="92000"/>
            </a:schemeClr>
          </a:solidFill>
        </p:spPr>
        <p:txBody>
          <a:bodyPr vert="horz" lIns="274320" tIns="0" rIns="91440" bIns="45720" rtlCol="0" anchor="ctr"/>
          <a:lstStyle>
            <a:lvl1pPr algn="ctr">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8" name="Picture Placeholder 8">
            <a:extLst>
              <a:ext uri="{FF2B5EF4-FFF2-40B4-BE49-F238E27FC236}">
                <a16:creationId xmlns:a16="http://schemas.microsoft.com/office/drawing/2014/main" id="{61341B70-2018-4DBE-BB9A-D1F7A895F9BE}"/>
              </a:ext>
            </a:extLst>
          </p:cNvPr>
          <p:cNvSpPr>
            <a:spLocks noGrp="1"/>
          </p:cNvSpPr>
          <p:nvPr>
            <p:ph type="pic" sz="quarter" idx="10" hasCustomPrompt="1"/>
          </p:nvPr>
        </p:nvSpPr>
        <p:spPr>
          <a:xfrm>
            <a:off x="5187143" y="0"/>
            <a:ext cx="4718858" cy="6858000"/>
          </a:xfrm>
          <a:prstGeom prst="rect">
            <a:avLst/>
          </a:prstGeom>
        </p:spPr>
        <p:txBody>
          <a:bodyPr rtlCol="0"/>
          <a:lstStyle>
            <a:lvl1pPr marL="0" indent="0" algn="ctr">
              <a:buNone/>
              <a:defRPr/>
            </a:lvl1pPr>
          </a:lstStyle>
          <a:p>
            <a:pPr rtl="0"/>
            <a:r>
              <a:rPr lang="en-GB" noProof="0"/>
              <a:t>Click to add photo</a:t>
            </a:r>
          </a:p>
        </p:txBody>
      </p:sp>
      <p:sp>
        <p:nvSpPr>
          <p:cNvPr id="13" name="Footer Placeholder 3">
            <a:extLst>
              <a:ext uri="{FF2B5EF4-FFF2-40B4-BE49-F238E27FC236}">
                <a16:creationId xmlns:a16="http://schemas.microsoft.com/office/drawing/2014/main" id="{83CCEE28-12C2-4138-9214-420B5A5BCEC1}"/>
              </a:ext>
            </a:extLst>
          </p:cNvPr>
          <p:cNvSpPr>
            <a:spLocks noGrp="1"/>
          </p:cNvSpPr>
          <p:nvPr>
            <p:ph type="ftr" sz="quarter" idx="11"/>
          </p:nvPr>
        </p:nvSpPr>
        <p:spPr>
          <a:xfrm>
            <a:off x="1982306" y="6248018"/>
            <a:ext cx="5904784" cy="620868"/>
          </a:xfrm>
          <a:prstGeom prst="rect">
            <a:avLst/>
          </a:prstGeom>
          <a:solidFill>
            <a:schemeClr val="accent2">
              <a:alpha val="92000"/>
            </a:schemeClr>
          </a:solidFill>
        </p:spPr>
        <p:txBody>
          <a:bodyPr tIns="0" rtlCol="0"/>
          <a:lstStyle>
            <a:lvl1pPr>
              <a:defRPr>
                <a:solidFill>
                  <a:schemeClr val="bg1"/>
                </a:solidFill>
                <a:effectLst>
                  <a:outerShdw blurRad="38100" dist="38100" dir="2700000" algn="tl">
                    <a:srgbClr val="000000">
                      <a:alpha val="43137"/>
                    </a:srgbClr>
                  </a:outerShdw>
                </a:effectLst>
              </a:defRPr>
            </a:lvl1pPr>
          </a:lstStyle>
          <a:p>
            <a:pPr rtl="0"/>
            <a:r>
              <a:rPr lang="en-GB" noProof="0"/>
              <a:t>Pitch deck</a:t>
            </a:r>
          </a:p>
        </p:txBody>
      </p:sp>
      <p:sp>
        <p:nvSpPr>
          <p:cNvPr id="27" name="Slide Number Placeholder 5">
            <a:extLst>
              <a:ext uri="{FF2B5EF4-FFF2-40B4-BE49-F238E27FC236}">
                <a16:creationId xmlns:a16="http://schemas.microsoft.com/office/drawing/2014/main" id="{347ECA7D-7D2B-475F-874D-51236135A6E9}"/>
              </a:ext>
            </a:extLst>
          </p:cNvPr>
          <p:cNvSpPr>
            <a:spLocks noGrp="1"/>
          </p:cNvSpPr>
          <p:nvPr>
            <p:ph type="sldNum" sz="quarter" idx="4"/>
          </p:nvPr>
        </p:nvSpPr>
        <p:spPr>
          <a:xfrm>
            <a:off x="7887091" y="6248018"/>
            <a:ext cx="2027755" cy="620866"/>
          </a:xfrm>
          <a:prstGeom prst="rect">
            <a:avLst/>
          </a:prstGeom>
          <a:solidFill>
            <a:schemeClr val="accent2">
              <a:alpha val="92000"/>
            </a:schemeClr>
          </a:solidFill>
        </p:spPr>
        <p:txBody>
          <a:bodyPr vert="horz" lIns="457200" tIns="0" rIns="91440" bIns="45720" rtlCol="0" anchor="ctr"/>
          <a:lstStyle>
            <a:lvl1pPr algn="ctr">
              <a:defRPr sz="900" spc="75" baseline="0">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625327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198964-B829-4E4F-AAE7-4D7A404AB794}"/>
              </a:ext>
            </a:extLst>
          </p:cNvPr>
          <p:cNvSpPr>
            <a:spLocks noGrp="1"/>
          </p:cNvSpPr>
          <p:nvPr>
            <p:ph type="title" hasCustomPrompt="1"/>
          </p:nvPr>
        </p:nvSpPr>
        <p:spPr>
          <a:xfrm>
            <a:off x="2626859" y="698526"/>
            <a:ext cx="4643438" cy="469089"/>
          </a:xfrm>
          <a:prstGeom prst="rect">
            <a:avLst/>
          </a:prstGeom>
        </p:spPr>
        <p:txBody>
          <a:bodyPr rtlCol="0" anchor="ctr"/>
          <a:lstStyle>
            <a:lvl1pPr algn="ctr">
              <a:defRPr sz="1800" cap="all" spc="75" baseline="0">
                <a:solidFill>
                  <a:schemeClr val="accent2"/>
                </a:solidFill>
              </a:defRPr>
            </a:lvl1pPr>
          </a:lstStyle>
          <a:p>
            <a:pPr rtl="0"/>
            <a:r>
              <a:rPr lang="en-GB" noProof="0"/>
              <a:t>Click to add title</a:t>
            </a:r>
          </a:p>
        </p:txBody>
      </p:sp>
      <p:sp>
        <p:nvSpPr>
          <p:cNvPr id="21" name="Text Placeholder 10">
            <a:extLst>
              <a:ext uri="{FF2B5EF4-FFF2-40B4-BE49-F238E27FC236}">
                <a16:creationId xmlns:a16="http://schemas.microsoft.com/office/drawing/2014/main" id="{F7C80E83-E343-4BA5-ABB5-ACA84EEE6236}"/>
              </a:ext>
            </a:extLst>
          </p:cNvPr>
          <p:cNvSpPr>
            <a:spLocks noGrp="1"/>
          </p:cNvSpPr>
          <p:nvPr>
            <p:ph type="body" sz="quarter" idx="16" hasCustomPrompt="1"/>
          </p:nvPr>
        </p:nvSpPr>
        <p:spPr>
          <a:xfrm>
            <a:off x="1365877" y="1853427"/>
            <a:ext cx="1017548" cy="863490"/>
          </a:xfrm>
          <a:prstGeom prst="rect">
            <a:avLst/>
          </a:prstGeom>
          <a:ln w="28575">
            <a:solidFill>
              <a:schemeClr val="accent4"/>
            </a:solidFill>
          </a:ln>
        </p:spPr>
        <p:txBody>
          <a:bodyPr rtlCol="0" anchor="ctr"/>
          <a:lstStyle>
            <a:lvl1pPr marL="0" indent="0" algn="ctr">
              <a:buNone/>
              <a:defRPr sz="2400" cap="all" spc="75" baseline="0">
                <a:solidFill>
                  <a:schemeClr val="accent5">
                    <a:lumMod val="50000"/>
                  </a:schemeClr>
                </a:solidFill>
                <a:latin typeface="+mj-lt"/>
              </a:defRPr>
            </a:lvl1pPr>
          </a:lstStyle>
          <a:p>
            <a:pPr lvl="0" rtl="0"/>
            <a:r>
              <a:rPr lang="en-GB" noProof="0"/>
              <a:t>text</a:t>
            </a:r>
          </a:p>
        </p:txBody>
      </p:sp>
      <p:sp>
        <p:nvSpPr>
          <p:cNvPr id="20" name="Text Placeholder 10">
            <a:extLst>
              <a:ext uri="{FF2B5EF4-FFF2-40B4-BE49-F238E27FC236}">
                <a16:creationId xmlns:a16="http://schemas.microsoft.com/office/drawing/2014/main" id="{BA56986C-C9AC-44CD-9D32-24AA209F7648}"/>
              </a:ext>
            </a:extLst>
          </p:cNvPr>
          <p:cNvSpPr>
            <a:spLocks noGrp="1"/>
          </p:cNvSpPr>
          <p:nvPr>
            <p:ph type="body" sz="quarter" idx="12" hasCustomPrompt="1"/>
          </p:nvPr>
        </p:nvSpPr>
        <p:spPr>
          <a:xfrm>
            <a:off x="681037" y="2883707"/>
            <a:ext cx="2388055" cy="469089"/>
          </a:xfrm>
          <a:prstGeom prst="rect">
            <a:avLst/>
          </a:prstGeom>
        </p:spPr>
        <p:txBody>
          <a:bodyPr rtlCol="0" anchor="t"/>
          <a:lstStyle>
            <a:lvl1pPr marL="0" indent="0" algn="ctr">
              <a:lnSpc>
                <a:spcPct val="125000"/>
              </a:lnSpc>
              <a:spcBef>
                <a:spcPts val="0"/>
              </a:spcBef>
              <a:buNone/>
              <a:defRPr sz="1350" cap="none" spc="75" baseline="0">
                <a:solidFill>
                  <a:schemeClr val="tx1"/>
                </a:solidFill>
                <a:latin typeface="+mn-lt"/>
              </a:defRPr>
            </a:lvl1pPr>
          </a:lstStyle>
          <a:p>
            <a:pPr lvl="0" rtl="0"/>
            <a:r>
              <a:rPr lang="en-GB" noProof="0"/>
              <a:t>Click to add text</a:t>
            </a:r>
          </a:p>
        </p:txBody>
      </p:sp>
      <p:sp>
        <p:nvSpPr>
          <p:cNvPr id="27" name="Text Placeholder 10">
            <a:extLst>
              <a:ext uri="{FF2B5EF4-FFF2-40B4-BE49-F238E27FC236}">
                <a16:creationId xmlns:a16="http://schemas.microsoft.com/office/drawing/2014/main" id="{61B45AB9-9A5F-4872-A322-AD3890A5BE65}"/>
              </a:ext>
            </a:extLst>
          </p:cNvPr>
          <p:cNvSpPr>
            <a:spLocks noGrp="1"/>
          </p:cNvSpPr>
          <p:nvPr>
            <p:ph type="body" sz="quarter" idx="17" hasCustomPrompt="1"/>
          </p:nvPr>
        </p:nvSpPr>
        <p:spPr>
          <a:xfrm>
            <a:off x="681037" y="3253819"/>
            <a:ext cx="2388055" cy="469089"/>
          </a:xfrm>
          <a:prstGeom prst="rect">
            <a:avLst/>
          </a:prstGeom>
        </p:spPr>
        <p:txBody>
          <a:bodyPr rtlCol="0" anchor="t"/>
          <a:lstStyle>
            <a:lvl1pPr marL="0" indent="0" algn="ctr">
              <a:lnSpc>
                <a:spcPct val="125000"/>
              </a:lnSpc>
              <a:spcBef>
                <a:spcPts val="0"/>
              </a:spcBef>
              <a:buNone/>
              <a:defRPr sz="1050" cap="none" spc="75" baseline="0">
                <a:solidFill>
                  <a:schemeClr val="tx1"/>
                </a:solidFill>
                <a:latin typeface="+mn-lt"/>
              </a:defRPr>
            </a:lvl1pPr>
          </a:lstStyle>
          <a:p>
            <a:pPr lvl="0" rtl="0"/>
            <a:r>
              <a:rPr lang="en-GB" noProof="0"/>
              <a:t>Click to add text</a:t>
            </a:r>
          </a:p>
        </p:txBody>
      </p:sp>
      <p:sp>
        <p:nvSpPr>
          <p:cNvPr id="29" name="Text Placeholder 10">
            <a:extLst>
              <a:ext uri="{FF2B5EF4-FFF2-40B4-BE49-F238E27FC236}">
                <a16:creationId xmlns:a16="http://schemas.microsoft.com/office/drawing/2014/main" id="{E5E3032E-6B86-4F42-95E1-7C7B13087199}"/>
              </a:ext>
            </a:extLst>
          </p:cNvPr>
          <p:cNvSpPr>
            <a:spLocks noGrp="1"/>
          </p:cNvSpPr>
          <p:nvPr>
            <p:ph type="body" sz="quarter" idx="19" hasCustomPrompt="1"/>
          </p:nvPr>
        </p:nvSpPr>
        <p:spPr>
          <a:xfrm>
            <a:off x="4444088" y="1853429"/>
            <a:ext cx="1017548" cy="863491"/>
          </a:xfrm>
          <a:prstGeom prst="rect">
            <a:avLst/>
          </a:prstGeom>
          <a:ln w="28575">
            <a:solidFill>
              <a:schemeClr val="accent4"/>
            </a:solidFill>
          </a:ln>
        </p:spPr>
        <p:txBody>
          <a:bodyPr rtlCol="0" anchor="ctr"/>
          <a:lstStyle>
            <a:lvl1pPr marL="0" indent="0" algn="ctr">
              <a:buNone/>
              <a:defRPr sz="2400" cap="all" spc="75" baseline="0">
                <a:solidFill>
                  <a:schemeClr val="accent5">
                    <a:lumMod val="50000"/>
                  </a:schemeClr>
                </a:solidFill>
                <a:latin typeface="+mj-lt"/>
              </a:defRPr>
            </a:lvl1pPr>
          </a:lstStyle>
          <a:p>
            <a:pPr lvl="0" rtl="0"/>
            <a:r>
              <a:rPr lang="en-GB" noProof="0"/>
              <a:t>text</a:t>
            </a:r>
          </a:p>
        </p:txBody>
      </p:sp>
      <p:sp>
        <p:nvSpPr>
          <p:cNvPr id="28" name="Text Placeholder 10">
            <a:extLst>
              <a:ext uri="{FF2B5EF4-FFF2-40B4-BE49-F238E27FC236}">
                <a16:creationId xmlns:a16="http://schemas.microsoft.com/office/drawing/2014/main" id="{C56EA384-B876-4E37-81CC-FF14C8064ED4}"/>
              </a:ext>
            </a:extLst>
          </p:cNvPr>
          <p:cNvSpPr>
            <a:spLocks noGrp="1"/>
          </p:cNvSpPr>
          <p:nvPr>
            <p:ph type="body" sz="quarter" idx="18" hasCustomPrompt="1"/>
          </p:nvPr>
        </p:nvSpPr>
        <p:spPr>
          <a:xfrm>
            <a:off x="3758973" y="2883707"/>
            <a:ext cx="2388055" cy="469089"/>
          </a:xfrm>
          <a:prstGeom prst="rect">
            <a:avLst/>
          </a:prstGeom>
        </p:spPr>
        <p:txBody>
          <a:bodyPr rtlCol="0" anchor="t"/>
          <a:lstStyle>
            <a:lvl1pPr marL="0" indent="0" algn="ctr">
              <a:lnSpc>
                <a:spcPct val="125000"/>
              </a:lnSpc>
              <a:spcBef>
                <a:spcPts val="0"/>
              </a:spcBef>
              <a:buNone/>
              <a:defRPr sz="1350" cap="none" spc="75" baseline="0">
                <a:solidFill>
                  <a:schemeClr val="tx1"/>
                </a:solidFill>
                <a:latin typeface="+mn-lt"/>
              </a:defRPr>
            </a:lvl1pPr>
          </a:lstStyle>
          <a:p>
            <a:pPr lvl="0" rtl="0"/>
            <a:r>
              <a:rPr lang="en-GB" noProof="0"/>
              <a:t>Click to add text</a:t>
            </a:r>
          </a:p>
        </p:txBody>
      </p:sp>
      <p:sp>
        <p:nvSpPr>
          <p:cNvPr id="30" name="Text Placeholder 10">
            <a:extLst>
              <a:ext uri="{FF2B5EF4-FFF2-40B4-BE49-F238E27FC236}">
                <a16:creationId xmlns:a16="http://schemas.microsoft.com/office/drawing/2014/main" id="{7A136A37-A8C3-48F4-978F-3042B2451FFF}"/>
              </a:ext>
            </a:extLst>
          </p:cNvPr>
          <p:cNvSpPr>
            <a:spLocks noGrp="1"/>
          </p:cNvSpPr>
          <p:nvPr>
            <p:ph type="body" sz="quarter" idx="20" hasCustomPrompt="1"/>
          </p:nvPr>
        </p:nvSpPr>
        <p:spPr>
          <a:xfrm>
            <a:off x="3758973" y="3253819"/>
            <a:ext cx="2388055" cy="469089"/>
          </a:xfrm>
          <a:prstGeom prst="rect">
            <a:avLst/>
          </a:prstGeom>
        </p:spPr>
        <p:txBody>
          <a:bodyPr rtlCol="0" anchor="t"/>
          <a:lstStyle>
            <a:lvl1pPr marL="0" indent="0" algn="ctr">
              <a:lnSpc>
                <a:spcPct val="125000"/>
              </a:lnSpc>
              <a:spcBef>
                <a:spcPts val="0"/>
              </a:spcBef>
              <a:buNone/>
              <a:defRPr sz="1050" cap="none" spc="75" baseline="0">
                <a:solidFill>
                  <a:schemeClr val="tx1"/>
                </a:solidFill>
                <a:latin typeface="+mn-lt"/>
              </a:defRPr>
            </a:lvl1pPr>
          </a:lstStyle>
          <a:p>
            <a:pPr lvl="0" rtl="0"/>
            <a:r>
              <a:rPr lang="en-GB" noProof="0"/>
              <a:t>Click to add text</a:t>
            </a:r>
          </a:p>
        </p:txBody>
      </p:sp>
      <p:sp>
        <p:nvSpPr>
          <p:cNvPr id="32" name="Text Placeholder 10">
            <a:extLst>
              <a:ext uri="{FF2B5EF4-FFF2-40B4-BE49-F238E27FC236}">
                <a16:creationId xmlns:a16="http://schemas.microsoft.com/office/drawing/2014/main" id="{90D156C2-557C-45F2-B9BA-7CE533312A02}"/>
              </a:ext>
            </a:extLst>
          </p:cNvPr>
          <p:cNvSpPr>
            <a:spLocks noGrp="1"/>
          </p:cNvSpPr>
          <p:nvPr>
            <p:ph type="body" sz="quarter" idx="22" hasCustomPrompt="1"/>
          </p:nvPr>
        </p:nvSpPr>
        <p:spPr>
          <a:xfrm>
            <a:off x="7522300" y="1853427"/>
            <a:ext cx="1017273" cy="863492"/>
          </a:xfrm>
          <a:prstGeom prst="rect">
            <a:avLst/>
          </a:prstGeom>
          <a:ln w="28575">
            <a:solidFill>
              <a:schemeClr val="accent4"/>
            </a:solidFill>
          </a:ln>
        </p:spPr>
        <p:txBody>
          <a:bodyPr rtlCol="0" anchor="ctr"/>
          <a:lstStyle>
            <a:lvl1pPr marL="0" indent="0" algn="ctr">
              <a:buNone/>
              <a:defRPr sz="2400" cap="all" spc="75" baseline="0">
                <a:solidFill>
                  <a:schemeClr val="accent5">
                    <a:lumMod val="50000"/>
                  </a:schemeClr>
                </a:solidFill>
                <a:latin typeface="+mj-lt"/>
              </a:defRPr>
            </a:lvl1pPr>
          </a:lstStyle>
          <a:p>
            <a:pPr lvl="0" rtl="0"/>
            <a:r>
              <a:rPr lang="en-GB" noProof="0"/>
              <a:t>text</a:t>
            </a:r>
          </a:p>
        </p:txBody>
      </p:sp>
      <p:sp>
        <p:nvSpPr>
          <p:cNvPr id="31" name="Text Placeholder 10">
            <a:extLst>
              <a:ext uri="{FF2B5EF4-FFF2-40B4-BE49-F238E27FC236}">
                <a16:creationId xmlns:a16="http://schemas.microsoft.com/office/drawing/2014/main" id="{38E358D4-D1F9-4872-A079-98E1F6BD662D}"/>
              </a:ext>
            </a:extLst>
          </p:cNvPr>
          <p:cNvSpPr>
            <a:spLocks noGrp="1"/>
          </p:cNvSpPr>
          <p:nvPr>
            <p:ph type="body" sz="quarter" idx="21" hasCustomPrompt="1"/>
          </p:nvPr>
        </p:nvSpPr>
        <p:spPr>
          <a:xfrm>
            <a:off x="6836909" y="2883707"/>
            <a:ext cx="2388055" cy="469089"/>
          </a:xfrm>
          <a:prstGeom prst="rect">
            <a:avLst/>
          </a:prstGeom>
        </p:spPr>
        <p:txBody>
          <a:bodyPr rtlCol="0" anchor="t"/>
          <a:lstStyle>
            <a:lvl1pPr marL="0" indent="0" algn="ctr">
              <a:lnSpc>
                <a:spcPct val="125000"/>
              </a:lnSpc>
              <a:spcBef>
                <a:spcPts val="0"/>
              </a:spcBef>
              <a:buNone/>
              <a:defRPr sz="1350" cap="none" spc="75" baseline="0">
                <a:solidFill>
                  <a:schemeClr val="tx1"/>
                </a:solidFill>
                <a:latin typeface="+mn-lt"/>
              </a:defRPr>
            </a:lvl1pPr>
          </a:lstStyle>
          <a:p>
            <a:pPr lvl="0" rtl="0"/>
            <a:r>
              <a:rPr lang="en-GB" noProof="0"/>
              <a:t>Click to add text</a:t>
            </a:r>
          </a:p>
        </p:txBody>
      </p:sp>
      <p:sp>
        <p:nvSpPr>
          <p:cNvPr id="33" name="Text Placeholder 10">
            <a:extLst>
              <a:ext uri="{FF2B5EF4-FFF2-40B4-BE49-F238E27FC236}">
                <a16:creationId xmlns:a16="http://schemas.microsoft.com/office/drawing/2014/main" id="{8D809314-142B-40CA-8424-37611F5E9C1F}"/>
              </a:ext>
            </a:extLst>
          </p:cNvPr>
          <p:cNvSpPr>
            <a:spLocks noGrp="1"/>
          </p:cNvSpPr>
          <p:nvPr>
            <p:ph type="body" sz="quarter" idx="23" hasCustomPrompt="1"/>
          </p:nvPr>
        </p:nvSpPr>
        <p:spPr>
          <a:xfrm>
            <a:off x="6836909" y="3253819"/>
            <a:ext cx="2388055" cy="469089"/>
          </a:xfrm>
          <a:prstGeom prst="rect">
            <a:avLst/>
          </a:prstGeom>
        </p:spPr>
        <p:txBody>
          <a:bodyPr rtlCol="0" anchor="t"/>
          <a:lstStyle>
            <a:lvl1pPr marL="0" indent="0" algn="ctr">
              <a:lnSpc>
                <a:spcPct val="125000"/>
              </a:lnSpc>
              <a:spcBef>
                <a:spcPts val="0"/>
              </a:spcBef>
              <a:buNone/>
              <a:defRPr sz="1050" cap="none" spc="75" baseline="0">
                <a:solidFill>
                  <a:schemeClr val="tx1"/>
                </a:solidFill>
                <a:latin typeface="+mn-lt"/>
              </a:defRPr>
            </a:lvl1pPr>
          </a:lstStyle>
          <a:p>
            <a:pPr lvl="0" rtl="0"/>
            <a:r>
              <a:rPr lang="en-GB" noProof="0"/>
              <a:t>Click to add text</a:t>
            </a:r>
          </a:p>
        </p:txBody>
      </p:sp>
      <p:sp>
        <p:nvSpPr>
          <p:cNvPr id="16" name="Picture Placeholder 8">
            <a:extLst>
              <a:ext uri="{FF2B5EF4-FFF2-40B4-BE49-F238E27FC236}">
                <a16:creationId xmlns:a16="http://schemas.microsoft.com/office/drawing/2014/main" id="{3B652552-1A5B-4884-9BDF-1A2663959342}"/>
              </a:ext>
            </a:extLst>
          </p:cNvPr>
          <p:cNvSpPr>
            <a:spLocks noGrp="1"/>
          </p:cNvSpPr>
          <p:nvPr>
            <p:ph type="pic" sz="quarter" idx="14" hasCustomPrompt="1"/>
          </p:nvPr>
        </p:nvSpPr>
        <p:spPr>
          <a:xfrm>
            <a:off x="2" y="4234545"/>
            <a:ext cx="9905999" cy="2623457"/>
          </a:xfrm>
          <a:prstGeom prst="rect">
            <a:avLst/>
          </a:prstGeom>
        </p:spPr>
        <p:txBody>
          <a:bodyPr rtlCol="0"/>
          <a:lstStyle>
            <a:lvl1pPr marL="0" indent="0" algn="ctr">
              <a:buNone/>
              <a:defRPr/>
            </a:lvl1pPr>
          </a:lstStyle>
          <a:p>
            <a:pPr rtl="0"/>
            <a:r>
              <a:rPr lang="en-GB" noProof="0"/>
              <a:t>Click to add photo</a:t>
            </a:r>
          </a:p>
        </p:txBody>
      </p:sp>
      <p:sp>
        <p:nvSpPr>
          <p:cNvPr id="36" name="Date Placeholder 3">
            <a:extLst>
              <a:ext uri="{FF2B5EF4-FFF2-40B4-BE49-F238E27FC236}">
                <a16:creationId xmlns:a16="http://schemas.microsoft.com/office/drawing/2014/main" id="{5C7A8808-3BA5-498D-8E57-CAB9DF01825C}"/>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37" name="Footer Placeholder 4">
            <a:extLst>
              <a:ext uri="{FF2B5EF4-FFF2-40B4-BE49-F238E27FC236}">
                <a16:creationId xmlns:a16="http://schemas.microsoft.com/office/drawing/2014/main" id="{742EE3D7-DACC-458E-82B0-EC87F8BAE879}"/>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1"/>
                </a:solidFill>
                <a:effectLst>
                  <a:outerShdw blurRad="38100" dist="38100" dir="2700000" algn="tl">
                    <a:srgbClr val="000000">
                      <a:alpha val="43137"/>
                    </a:srgbClr>
                  </a:outerShdw>
                </a:effectLst>
                <a:latin typeface="+mj-lt"/>
              </a:defRPr>
            </a:lvl1pPr>
          </a:lstStyle>
          <a:p>
            <a:pPr rtl="0"/>
            <a:r>
              <a:rPr lang="en-GB" noProof="0"/>
              <a:t>Pitch deck</a:t>
            </a:r>
          </a:p>
        </p:txBody>
      </p:sp>
      <p:sp>
        <p:nvSpPr>
          <p:cNvPr id="38" name="Slide Number Placeholder 5">
            <a:extLst>
              <a:ext uri="{FF2B5EF4-FFF2-40B4-BE49-F238E27FC236}">
                <a16:creationId xmlns:a16="http://schemas.microsoft.com/office/drawing/2014/main" id="{8ED908E6-B839-44D9-AFFC-E5E5E592E5BA}"/>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318222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657775" y="2450443"/>
            <a:ext cx="3366539" cy="548711"/>
          </a:xfrm>
          <a:prstGeom prst="rect">
            <a:avLst/>
          </a:prstGeom>
        </p:spPr>
        <p:txBody>
          <a:bodyPr rtlCol="0" anchor="b"/>
          <a:lstStyle>
            <a:lvl1pPr>
              <a:defRPr sz="1800" cap="all" spc="75" baseline="0">
                <a:solidFill>
                  <a:schemeClr val="accent2"/>
                </a:solidFill>
              </a:defRPr>
            </a:lvl1pPr>
          </a:lstStyle>
          <a:p>
            <a:pPr rtl="0"/>
            <a:r>
              <a:rPr lang="en-GB" noProof="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3930677" y="0"/>
            <a:ext cx="5975322" cy="2862470"/>
          </a:xfrm>
          <a:prstGeom prst="rect">
            <a:avLst/>
          </a:prstGeom>
        </p:spPr>
        <p:txBody>
          <a:bodyPr rtlCol="0"/>
          <a:lstStyle>
            <a:lvl1pPr marL="0" indent="0" algn="ctr">
              <a:buNone/>
              <a:defRPr/>
            </a:lvl1pPr>
          </a:lstStyle>
          <a:p>
            <a:pPr rtl="0"/>
            <a:r>
              <a:rPr lang="en-GB" noProof="0"/>
              <a:t>Click to add photo</a:t>
            </a:r>
          </a:p>
        </p:txBody>
      </p:sp>
      <p:sp>
        <p:nvSpPr>
          <p:cNvPr id="12" name="Text Placeholder 10">
            <a:extLst>
              <a:ext uri="{FF2B5EF4-FFF2-40B4-BE49-F238E27FC236}">
                <a16:creationId xmlns:a16="http://schemas.microsoft.com/office/drawing/2014/main" id="{AE2342C8-E968-4F49-930C-F5C43F88F0BF}"/>
              </a:ext>
            </a:extLst>
          </p:cNvPr>
          <p:cNvSpPr>
            <a:spLocks noGrp="1"/>
          </p:cNvSpPr>
          <p:nvPr>
            <p:ph type="body" sz="quarter" idx="16" hasCustomPrompt="1"/>
          </p:nvPr>
        </p:nvSpPr>
        <p:spPr>
          <a:xfrm>
            <a:off x="666030" y="3365449"/>
            <a:ext cx="4024313"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666030" y="3744953"/>
            <a:ext cx="4024313" cy="2046251"/>
          </a:xfrm>
          <a:prstGeom prst="rect">
            <a:avLst/>
          </a:prstGeom>
        </p:spPr>
        <p:txBody>
          <a:bodyPr rtlCol="0" anchor="t"/>
          <a:lstStyle>
            <a:lvl1pPr marL="0" indent="0" algn="l">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5" name="Text Placeholder 10">
            <a:extLst>
              <a:ext uri="{FF2B5EF4-FFF2-40B4-BE49-F238E27FC236}">
                <a16:creationId xmlns:a16="http://schemas.microsoft.com/office/drawing/2014/main" id="{DCCC938D-0BC7-4BBB-BBF2-B830D9D0C13A}"/>
              </a:ext>
            </a:extLst>
          </p:cNvPr>
          <p:cNvSpPr>
            <a:spLocks noGrp="1"/>
          </p:cNvSpPr>
          <p:nvPr>
            <p:ph type="body" sz="quarter" idx="18" hasCustomPrompt="1"/>
          </p:nvPr>
        </p:nvSpPr>
        <p:spPr>
          <a:xfrm>
            <a:off x="5200651" y="3365449"/>
            <a:ext cx="4024313" cy="426393"/>
          </a:xfrm>
          <a:prstGeom prst="rect">
            <a:avLst/>
          </a:prstGeom>
        </p:spPr>
        <p:txBody>
          <a:bodyPr rtlCol="0" anchor="b"/>
          <a:lstStyle>
            <a:lvl1pPr marL="0" indent="0" algn="l">
              <a:buNone/>
              <a:defRPr sz="1350" cap="all" spc="75" baseline="0">
                <a:solidFill>
                  <a:schemeClr val="accent5">
                    <a:lumMod val="50000"/>
                  </a:schemeClr>
                </a:solidFill>
                <a:latin typeface="+mj-lt"/>
              </a:defRPr>
            </a:lvl1pPr>
          </a:lstStyle>
          <a:p>
            <a:pPr lvl="0" rtl="0"/>
            <a:r>
              <a:rPr lang="en-GB" noProof="0"/>
              <a:t>Click to add subtitle</a:t>
            </a:r>
          </a:p>
        </p:txBody>
      </p:sp>
      <p:sp>
        <p:nvSpPr>
          <p:cNvPr id="14" name="Text Placeholder 10">
            <a:extLst>
              <a:ext uri="{FF2B5EF4-FFF2-40B4-BE49-F238E27FC236}">
                <a16:creationId xmlns:a16="http://schemas.microsoft.com/office/drawing/2014/main" id="{796405D2-E28F-41EC-844E-034C5D70725D}"/>
              </a:ext>
            </a:extLst>
          </p:cNvPr>
          <p:cNvSpPr>
            <a:spLocks noGrp="1"/>
          </p:cNvSpPr>
          <p:nvPr>
            <p:ph type="body" sz="quarter" idx="17" hasCustomPrompt="1"/>
          </p:nvPr>
        </p:nvSpPr>
        <p:spPr>
          <a:xfrm>
            <a:off x="5200651" y="3744953"/>
            <a:ext cx="4024313" cy="2046251"/>
          </a:xfrm>
          <a:prstGeom prst="rect">
            <a:avLst/>
          </a:prstGeom>
        </p:spPr>
        <p:txBody>
          <a:bodyPr rtlCol="0" anchor="t"/>
          <a:lstStyle>
            <a:lvl1pPr marL="0" indent="0" algn="l">
              <a:lnSpc>
                <a:spcPct val="10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2">
                    <a:lumMod val="50000"/>
                  </a:schemeClr>
                </a:solidFill>
              </a:defRPr>
            </a:lvl1pPr>
          </a:lstStyle>
          <a:p>
            <a:pPr rtl="0"/>
            <a:r>
              <a:rPr lang="en-GB" noProof="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49" name="Graphic 48">
            <a:extLst>
              <a:ext uri="{FF2B5EF4-FFF2-40B4-BE49-F238E27FC236}">
                <a16:creationId xmlns:a16="http://schemas.microsoft.com/office/drawing/2014/main" id="{CC3C8467-268E-4ABA-B4F5-0808AFBB27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 y="6237136"/>
            <a:ext cx="9905999" cy="620867"/>
          </a:xfrm>
          <a:prstGeom prst="rect">
            <a:avLst/>
          </a:prstGeom>
        </p:spPr>
      </p:pic>
      <p:cxnSp>
        <p:nvCxnSpPr>
          <p:cNvPr id="18" name="Straight Connector 17">
            <a:extLst>
              <a:ext uri="{FF2B5EF4-FFF2-40B4-BE49-F238E27FC236}">
                <a16:creationId xmlns:a16="http://schemas.microsoft.com/office/drawing/2014/main" id="{D69FF8FD-CDD1-4BEE-8DB9-0CD4BDE983AA}"/>
              </a:ext>
              <a:ext uri="{C183D7F6-B498-43B3-948B-1728B52AA6E4}">
                <adec:decorative xmlns:adec="http://schemas.microsoft.com/office/drawing/2017/decorative" val="1"/>
              </a:ext>
            </a:extLst>
          </p:cNvPr>
          <p:cNvCxnSpPr>
            <a:cxnSpLocks/>
          </p:cNvCxnSpPr>
          <p:nvPr userDrawn="1"/>
        </p:nvCxnSpPr>
        <p:spPr>
          <a:xfrm>
            <a:off x="5960332" y="766765"/>
            <a:ext cx="0" cy="49039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9F1257F-A86F-48F4-BFFA-9BFB4355ED20}"/>
              </a:ext>
              <a:ext uri="{C183D7F6-B498-43B3-948B-1728B52AA6E4}">
                <adec:decorative xmlns:adec="http://schemas.microsoft.com/office/drawing/2017/decorative" val="1"/>
              </a:ext>
            </a:extLst>
          </p:cNvPr>
          <p:cNvCxnSpPr>
            <a:cxnSpLocks/>
          </p:cNvCxnSpPr>
          <p:nvPr userDrawn="1"/>
        </p:nvCxnSpPr>
        <p:spPr>
          <a:xfrm rot="5400000">
            <a:off x="5959160" y="1216982"/>
            <a:ext cx="0" cy="398442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FD01FCA-DF30-466C-9EAE-B0A13CF25D3B}"/>
              </a:ext>
              <a:ext uri="{C183D7F6-B498-43B3-948B-1728B52AA6E4}">
                <adec:decorative xmlns:adec="http://schemas.microsoft.com/office/drawing/2017/decorative" val="1"/>
              </a:ext>
            </a:extLst>
          </p:cNvPr>
          <p:cNvSpPr/>
          <p:nvPr userDrawn="1"/>
        </p:nvSpPr>
        <p:spPr>
          <a:xfrm>
            <a:off x="4737824" y="4486275"/>
            <a:ext cx="505567" cy="622236"/>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3" name="Rectangle 22">
            <a:extLst>
              <a:ext uri="{FF2B5EF4-FFF2-40B4-BE49-F238E27FC236}">
                <a16:creationId xmlns:a16="http://schemas.microsoft.com/office/drawing/2014/main" id="{56F9F0CF-5966-47C2-9A41-0CD85E85D264}"/>
              </a:ext>
              <a:ext uri="{C183D7F6-B498-43B3-948B-1728B52AA6E4}">
                <adec:decorative xmlns:adec="http://schemas.microsoft.com/office/drawing/2017/decorative" val="1"/>
              </a:ext>
            </a:extLst>
          </p:cNvPr>
          <p:cNvSpPr/>
          <p:nvPr userDrawn="1"/>
        </p:nvSpPr>
        <p:spPr>
          <a:xfrm>
            <a:off x="3708773" y="4047275"/>
            <a:ext cx="505567" cy="622236"/>
          </a:xfrm>
          <a:prstGeom prst="rect">
            <a:avLst/>
          </a:prstGeom>
          <a:no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5" name="Rectangle 24">
            <a:extLst>
              <a:ext uri="{FF2B5EF4-FFF2-40B4-BE49-F238E27FC236}">
                <a16:creationId xmlns:a16="http://schemas.microsoft.com/office/drawing/2014/main" id="{92EFF630-FDAA-46A7-8CEE-21CAB6BC2507}"/>
              </a:ext>
              <a:ext uri="{C183D7F6-B498-43B3-948B-1728B52AA6E4}">
                <adec:decorative xmlns:adec="http://schemas.microsoft.com/office/drawing/2017/decorative" val="1"/>
              </a:ext>
            </a:extLst>
          </p:cNvPr>
          <p:cNvSpPr/>
          <p:nvPr userDrawn="1"/>
        </p:nvSpPr>
        <p:spPr>
          <a:xfrm>
            <a:off x="5061332" y="2163148"/>
            <a:ext cx="505567" cy="622236"/>
          </a:xfrm>
          <a:prstGeom prst="rect">
            <a:avLst/>
          </a:prstGeom>
          <a:noFill/>
          <a:ln w="285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7" name="Rectangle 26">
            <a:extLst>
              <a:ext uri="{FF2B5EF4-FFF2-40B4-BE49-F238E27FC236}">
                <a16:creationId xmlns:a16="http://schemas.microsoft.com/office/drawing/2014/main" id="{2383BA8C-6DBE-4569-B07B-9FB55F80D616}"/>
              </a:ext>
              <a:ext uri="{C183D7F6-B498-43B3-948B-1728B52AA6E4}">
                <adec:decorative xmlns:adec="http://schemas.microsoft.com/office/drawing/2017/decorative" val="1"/>
              </a:ext>
            </a:extLst>
          </p:cNvPr>
          <p:cNvSpPr/>
          <p:nvPr userDrawn="1"/>
        </p:nvSpPr>
        <p:spPr>
          <a:xfrm>
            <a:off x="6385526" y="3573553"/>
            <a:ext cx="505567" cy="622236"/>
          </a:xfrm>
          <a:prstGeom prst="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9" name="Rectangle 28">
            <a:extLst>
              <a:ext uri="{FF2B5EF4-FFF2-40B4-BE49-F238E27FC236}">
                <a16:creationId xmlns:a16="http://schemas.microsoft.com/office/drawing/2014/main" id="{1108DE16-ABA8-4BC8-93C4-F8A521C8A509}"/>
              </a:ext>
              <a:ext uri="{C183D7F6-B498-43B3-948B-1728B52AA6E4}">
                <adec:decorative xmlns:adec="http://schemas.microsoft.com/office/drawing/2017/decorative" val="1"/>
              </a:ext>
            </a:extLst>
          </p:cNvPr>
          <p:cNvSpPr/>
          <p:nvPr userDrawn="1"/>
        </p:nvSpPr>
        <p:spPr>
          <a:xfrm>
            <a:off x="7959110" y="4201049"/>
            <a:ext cx="505567" cy="622236"/>
          </a:xfrm>
          <a:prstGeom prst="rect">
            <a:avLst/>
          </a:pr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31" name="Rectangle 30">
            <a:extLst>
              <a:ext uri="{FF2B5EF4-FFF2-40B4-BE49-F238E27FC236}">
                <a16:creationId xmlns:a16="http://schemas.microsoft.com/office/drawing/2014/main" id="{E93C062E-DD5E-49BC-A10D-F70C1931F00A}"/>
              </a:ext>
              <a:ext uri="{C183D7F6-B498-43B3-948B-1728B52AA6E4}">
                <adec:decorative xmlns:adec="http://schemas.microsoft.com/office/drawing/2017/decorative" val="1"/>
              </a:ext>
            </a:extLst>
          </p:cNvPr>
          <p:cNvSpPr/>
          <p:nvPr userDrawn="1"/>
        </p:nvSpPr>
        <p:spPr>
          <a:xfrm>
            <a:off x="6469739" y="1603984"/>
            <a:ext cx="1671967" cy="767123"/>
          </a:xfrm>
          <a:prstGeom prst="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B1799781-E0A0-4C4E-A069-37290BED8FE5}"/>
              </a:ext>
            </a:extLst>
          </p:cNvPr>
          <p:cNvSpPr>
            <a:spLocks noGrp="1"/>
          </p:cNvSpPr>
          <p:nvPr>
            <p:ph type="title" hasCustomPrompt="1"/>
          </p:nvPr>
        </p:nvSpPr>
        <p:spPr>
          <a:xfrm>
            <a:off x="601598" y="571145"/>
            <a:ext cx="4351401" cy="438144"/>
          </a:xfrm>
          <a:prstGeom prst="rect">
            <a:avLst/>
          </a:prstGeom>
        </p:spPr>
        <p:txBody>
          <a:bodyPr rtlCol="0"/>
          <a:lstStyle>
            <a:lvl1pPr>
              <a:defRPr sz="1800" cap="all" spc="75" baseline="0">
                <a:solidFill>
                  <a:schemeClr val="accent2"/>
                </a:solidFill>
              </a:defRPr>
            </a:lvl1pPr>
          </a:lstStyle>
          <a:p>
            <a:pPr rtl="0"/>
            <a:r>
              <a:rPr lang="en-GB" noProof="0"/>
              <a:t>Click to add title</a:t>
            </a:r>
          </a:p>
        </p:txBody>
      </p:sp>
      <p:sp>
        <p:nvSpPr>
          <p:cNvPr id="38" name="Text Placeholder 10">
            <a:extLst>
              <a:ext uri="{FF2B5EF4-FFF2-40B4-BE49-F238E27FC236}">
                <a16:creationId xmlns:a16="http://schemas.microsoft.com/office/drawing/2014/main" id="{5D896357-F0C4-4728-BE54-A809E6E3100F}"/>
              </a:ext>
            </a:extLst>
          </p:cNvPr>
          <p:cNvSpPr>
            <a:spLocks noGrp="1"/>
          </p:cNvSpPr>
          <p:nvPr>
            <p:ph type="body" sz="quarter" idx="16" hasCustomPrompt="1"/>
          </p:nvPr>
        </p:nvSpPr>
        <p:spPr>
          <a:xfrm>
            <a:off x="5251401" y="311798"/>
            <a:ext cx="1386910" cy="426393"/>
          </a:xfrm>
          <a:prstGeom prst="rect">
            <a:avLst/>
          </a:prstGeom>
        </p:spPr>
        <p:txBody>
          <a:bodyPr rtlCol="0" anchor="b"/>
          <a:lstStyle>
            <a:lvl1pPr marL="0" indent="0" algn="ctr">
              <a:buNone/>
              <a:defRPr sz="1050" cap="all" spc="75" baseline="0">
                <a:solidFill>
                  <a:schemeClr val="bg1">
                    <a:lumMod val="50000"/>
                  </a:schemeClr>
                </a:solidFill>
                <a:latin typeface="+mj-lt"/>
              </a:defRPr>
            </a:lvl1pPr>
          </a:lstStyle>
          <a:p>
            <a:pPr lvl="0" rtl="0"/>
            <a:r>
              <a:rPr lang="en-GB" noProof="0"/>
              <a:t>Click to add name</a:t>
            </a:r>
          </a:p>
        </p:txBody>
      </p:sp>
      <p:sp>
        <p:nvSpPr>
          <p:cNvPr id="42" name="Text Placeholder 10">
            <a:extLst>
              <a:ext uri="{FF2B5EF4-FFF2-40B4-BE49-F238E27FC236}">
                <a16:creationId xmlns:a16="http://schemas.microsoft.com/office/drawing/2014/main" id="{CB13D4EF-593A-4D3C-9712-515EE5A358AC}"/>
              </a:ext>
            </a:extLst>
          </p:cNvPr>
          <p:cNvSpPr>
            <a:spLocks noGrp="1"/>
          </p:cNvSpPr>
          <p:nvPr>
            <p:ph type="body" sz="quarter" idx="20" hasCustomPrompt="1"/>
          </p:nvPr>
        </p:nvSpPr>
        <p:spPr>
          <a:xfrm>
            <a:off x="6521744" y="1774349"/>
            <a:ext cx="1567956" cy="426393"/>
          </a:xfrm>
          <a:prstGeom prst="rect">
            <a:avLst/>
          </a:prstGeom>
        </p:spPr>
        <p:txBody>
          <a:bodyPr rtlCol="0" anchor="ctr"/>
          <a:lstStyle>
            <a:lvl1pPr marL="0" indent="0" algn="ctr">
              <a:lnSpc>
                <a:spcPct val="80000"/>
              </a:lnSpc>
              <a:spcBef>
                <a:spcPts val="0"/>
              </a:spcBef>
              <a:buNone/>
              <a:defRPr sz="1500" cap="all" spc="75" baseline="0">
                <a:solidFill>
                  <a:schemeClr val="accent6">
                    <a:lumMod val="50000"/>
                  </a:schemeClr>
                </a:solidFill>
                <a:latin typeface="+mj-lt"/>
              </a:defRPr>
            </a:lvl1pPr>
          </a:lstStyle>
          <a:p>
            <a:pPr lvl="0" rtl="0"/>
            <a:r>
              <a:rPr lang="en-GB" noProof="0"/>
              <a:t>Click to add name</a:t>
            </a:r>
          </a:p>
        </p:txBody>
      </p:sp>
      <p:sp>
        <p:nvSpPr>
          <p:cNvPr id="47" name="Text Placeholder 10">
            <a:extLst>
              <a:ext uri="{FF2B5EF4-FFF2-40B4-BE49-F238E27FC236}">
                <a16:creationId xmlns:a16="http://schemas.microsoft.com/office/drawing/2014/main" id="{449D2BE7-8177-406D-94BB-001D561B5A89}"/>
              </a:ext>
            </a:extLst>
          </p:cNvPr>
          <p:cNvSpPr>
            <a:spLocks noGrp="1"/>
          </p:cNvSpPr>
          <p:nvPr>
            <p:ph type="body" sz="quarter" idx="25" hasCustomPrompt="1"/>
          </p:nvPr>
        </p:nvSpPr>
        <p:spPr>
          <a:xfrm>
            <a:off x="4942985" y="2261073"/>
            <a:ext cx="742262" cy="426393"/>
          </a:xfrm>
          <a:prstGeom prst="rect">
            <a:avLst/>
          </a:prstGeom>
        </p:spPr>
        <p:txBody>
          <a:bodyPr rtlCol="0" anchor="ctr"/>
          <a:lstStyle>
            <a:lvl1pPr marL="0" indent="0" algn="ctr">
              <a:buNone/>
              <a:defRPr sz="1200" cap="all" spc="75" baseline="0">
                <a:solidFill>
                  <a:schemeClr val="accent4">
                    <a:lumMod val="50000"/>
                  </a:schemeClr>
                </a:solidFill>
                <a:latin typeface="+mj-lt"/>
              </a:defRPr>
            </a:lvl1pPr>
          </a:lstStyle>
          <a:p>
            <a:pPr lvl="0" rtl="0"/>
            <a:r>
              <a:rPr lang="en-GB" noProof="0"/>
              <a:t>name</a:t>
            </a:r>
          </a:p>
        </p:txBody>
      </p:sp>
      <p:sp>
        <p:nvSpPr>
          <p:cNvPr id="40" name="Text Placeholder 10">
            <a:extLst>
              <a:ext uri="{FF2B5EF4-FFF2-40B4-BE49-F238E27FC236}">
                <a16:creationId xmlns:a16="http://schemas.microsoft.com/office/drawing/2014/main" id="{FD164278-C8C4-4514-8B3E-9505CB674743}"/>
              </a:ext>
            </a:extLst>
          </p:cNvPr>
          <p:cNvSpPr>
            <a:spLocks noGrp="1"/>
          </p:cNvSpPr>
          <p:nvPr>
            <p:ph type="body" sz="quarter" idx="18" hasCustomPrompt="1"/>
          </p:nvPr>
        </p:nvSpPr>
        <p:spPr>
          <a:xfrm>
            <a:off x="2558759" y="3061803"/>
            <a:ext cx="1386910" cy="426393"/>
          </a:xfrm>
          <a:prstGeom prst="rect">
            <a:avLst/>
          </a:prstGeom>
        </p:spPr>
        <p:txBody>
          <a:bodyPr rtlCol="0" anchor="t"/>
          <a:lstStyle>
            <a:lvl1pPr marL="0" indent="0" algn="r">
              <a:buNone/>
              <a:defRPr sz="1050" cap="all" spc="75" baseline="0">
                <a:solidFill>
                  <a:schemeClr val="bg1">
                    <a:lumMod val="50000"/>
                  </a:schemeClr>
                </a:solidFill>
                <a:latin typeface="+mj-lt"/>
              </a:defRPr>
            </a:lvl1pPr>
          </a:lstStyle>
          <a:p>
            <a:pPr lvl="0" rtl="0"/>
            <a:r>
              <a:rPr lang="en-GB" noProof="0"/>
              <a:t>Click to add name</a:t>
            </a:r>
          </a:p>
        </p:txBody>
      </p:sp>
      <p:sp>
        <p:nvSpPr>
          <p:cNvPr id="41" name="Text Placeholder 10">
            <a:extLst>
              <a:ext uri="{FF2B5EF4-FFF2-40B4-BE49-F238E27FC236}">
                <a16:creationId xmlns:a16="http://schemas.microsoft.com/office/drawing/2014/main" id="{45FF02C4-FA25-4AE4-B4EF-D106CDD0FEB4}"/>
              </a:ext>
            </a:extLst>
          </p:cNvPr>
          <p:cNvSpPr>
            <a:spLocks noGrp="1"/>
          </p:cNvSpPr>
          <p:nvPr>
            <p:ph type="body" sz="quarter" idx="19" hasCustomPrompt="1"/>
          </p:nvPr>
        </p:nvSpPr>
        <p:spPr>
          <a:xfrm>
            <a:off x="7959110" y="3061803"/>
            <a:ext cx="1386910" cy="426393"/>
          </a:xfrm>
          <a:prstGeom prst="rect">
            <a:avLst/>
          </a:prstGeom>
        </p:spPr>
        <p:txBody>
          <a:bodyPr rtlCol="0" anchor="t"/>
          <a:lstStyle>
            <a:lvl1pPr marL="0" indent="0" algn="l">
              <a:buNone/>
              <a:defRPr sz="1050" cap="all" spc="75" baseline="0">
                <a:solidFill>
                  <a:schemeClr val="bg1">
                    <a:lumMod val="50000"/>
                  </a:schemeClr>
                </a:solidFill>
                <a:latin typeface="+mj-lt"/>
              </a:defRPr>
            </a:lvl1pPr>
          </a:lstStyle>
          <a:p>
            <a:pPr lvl="0" rtl="0"/>
            <a:r>
              <a:rPr lang="en-GB" noProof="0"/>
              <a:t>Click to add name</a:t>
            </a:r>
          </a:p>
        </p:txBody>
      </p:sp>
      <p:sp>
        <p:nvSpPr>
          <p:cNvPr id="45" name="Text Placeholder 10">
            <a:extLst>
              <a:ext uri="{FF2B5EF4-FFF2-40B4-BE49-F238E27FC236}">
                <a16:creationId xmlns:a16="http://schemas.microsoft.com/office/drawing/2014/main" id="{2EA0BE42-73C1-43D0-9520-94265CBEE415}"/>
              </a:ext>
            </a:extLst>
          </p:cNvPr>
          <p:cNvSpPr>
            <a:spLocks noGrp="1"/>
          </p:cNvSpPr>
          <p:nvPr>
            <p:ph type="body" sz="quarter" idx="23" hasCustomPrompt="1"/>
          </p:nvPr>
        </p:nvSpPr>
        <p:spPr>
          <a:xfrm>
            <a:off x="6267178" y="3671478"/>
            <a:ext cx="742262" cy="426393"/>
          </a:xfrm>
          <a:prstGeom prst="rect">
            <a:avLst/>
          </a:prstGeom>
        </p:spPr>
        <p:txBody>
          <a:bodyPr rtlCol="0" anchor="ctr"/>
          <a:lstStyle>
            <a:lvl1pPr marL="0" indent="0" algn="ctr">
              <a:buNone/>
              <a:defRPr sz="1200" cap="all" spc="75" baseline="0">
                <a:solidFill>
                  <a:schemeClr val="bg2">
                    <a:lumMod val="50000"/>
                  </a:schemeClr>
                </a:solidFill>
                <a:latin typeface="+mj-lt"/>
              </a:defRPr>
            </a:lvl1pPr>
          </a:lstStyle>
          <a:p>
            <a:pPr lvl="0" rtl="0"/>
            <a:r>
              <a:rPr lang="en-GB" noProof="0"/>
              <a:t>name</a:t>
            </a:r>
          </a:p>
        </p:txBody>
      </p:sp>
      <p:sp>
        <p:nvSpPr>
          <p:cNvPr id="43" name="Text Placeholder 10">
            <a:extLst>
              <a:ext uri="{FF2B5EF4-FFF2-40B4-BE49-F238E27FC236}">
                <a16:creationId xmlns:a16="http://schemas.microsoft.com/office/drawing/2014/main" id="{4E23821A-CE37-4CA8-82BC-5731CBD7BC63}"/>
              </a:ext>
            </a:extLst>
          </p:cNvPr>
          <p:cNvSpPr>
            <a:spLocks noGrp="1"/>
          </p:cNvSpPr>
          <p:nvPr>
            <p:ph type="body" sz="quarter" idx="21" hasCustomPrompt="1"/>
          </p:nvPr>
        </p:nvSpPr>
        <p:spPr>
          <a:xfrm>
            <a:off x="3590425" y="4145200"/>
            <a:ext cx="742262" cy="426393"/>
          </a:xfrm>
          <a:prstGeom prst="rect">
            <a:avLst/>
          </a:prstGeom>
        </p:spPr>
        <p:txBody>
          <a:bodyPr rtlCol="0" anchor="ctr"/>
          <a:lstStyle>
            <a:lvl1pPr marL="0" indent="0" algn="ctr">
              <a:buNone/>
              <a:defRPr sz="1200" cap="all" spc="75" baseline="0">
                <a:solidFill>
                  <a:schemeClr val="accent1">
                    <a:lumMod val="75000"/>
                  </a:schemeClr>
                </a:solidFill>
                <a:latin typeface="+mj-lt"/>
              </a:defRPr>
            </a:lvl1pPr>
          </a:lstStyle>
          <a:p>
            <a:pPr lvl="0" rtl="0"/>
            <a:r>
              <a:rPr lang="en-GB" noProof="0"/>
              <a:t>name</a:t>
            </a:r>
          </a:p>
        </p:txBody>
      </p:sp>
      <p:sp>
        <p:nvSpPr>
          <p:cNvPr id="44" name="Text Placeholder 10">
            <a:extLst>
              <a:ext uri="{FF2B5EF4-FFF2-40B4-BE49-F238E27FC236}">
                <a16:creationId xmlns:a16="http://schemas.microsoft.com/office/drawing/2014/main" id="{83ED92E9-F268-4C1E-9440-F605C9EBD510}"/>
              </a:ext>
            </a:extLst>
          </p:cNvPr>
          <p:cNvSpPr>
            <a:spLocks noGrp="1"/>
          </p:cNvSpPr>
          <p:nvPr>
            <p:ph type="body" sz="quarter" idx="22" hasCustomPrompt="1"/>
          </p:nvPr>
        </p:nvSpPr>
        <p:spPr>
          <a:xfrm>
            <a:off x="4619477" y="4584200"/>
            <a:ext cx="742262" cy="426393"/>
          </a:xfrm>
          <a:prstGeom prst="rect">
            <a:avLst/>
          </a:prstGeom>
        </p:spPr>
        <p:txBody>
          <a:bodyPr rtlCol="0" anchor="ctr"/>
          <a:lstStyle>
            <a:lvl1pPr marL="0" indent="0" algn="ctr">
              <a:buNone/>
              <a:defRPr sz="1200" cap="all" spc="75" baseline="0">
                <a:solidFill>
                  <a:schemeClr val="accent1">
                    <a:lumMod val="50000"/>
                  </a:schemeClr>
                </a:solidFill>
                <a:latin typeface="+mj-lt"/>
              </a:defRPr>
            </a:lvl1pPr>
          </a:lstStyle>
          <a:p>
            <a:pPr lvl="0" rtl="0"/>
            <a:r>
              <a:rPr lang="en-GB" noProof="0"/>
              <a:t>name</a:t>
            </a:r>
          </a:p>
        </p:txBody>
      </p:sp>
      <p:sp>
        <p:nvSpPr>
          <p:cNvPr id="46" name="Text Placeholder 10">
            <a:extLst>
              <a:ext uri="{FF2B5EF4-FFF2-40B4-BE49-F238E27FC236}">
                <a16:creationId xmlns:a16="http://schemas.microsoft.com/office/drawing/2014/main" id="{B29F508B-CAFE-4871-8267-E5406A4D6C46}"/>
              </a:ext>
            </a:extLst>
          </p:cNvPr>
          <p:cNvSpPr>
            <a:spLocks noGrp="1"/>
          </p:cNvSpPr>
          <p:nvPr>
            <p:ph type="body" sz="quarter" idx="24" hasCustomPrompt="1"/>
          </p:nvPr>
        </p:nvSpPr>
        <p:spPr>
          <a:xfrm>
            <a:off x="7840762" y="4298974"/>
            <a:ext cx="742262" cy="426393"/>
          </a:xfrm>
          <a:prstGeom prst="rect">
            <a:avLst/>
          </a:prstGeom>
        </p:spPr>
        <p:txBody>
          <a:bodyPr rtlCol="0" anchor="ctr"/>
          <a:lstStyle>
            <a:lvl1pPr marL="0" indent="0" algn="ctr">
              <a:buNone/>
              <a:defRPr sz="1200" cap="all" spc="75" baseline="0">
                <a:solidFill>
                  <a:schemeClr val="bg2">
                    <a:lumMod val="75000"/>
                  </a:schemeClr>
                </a:solidFill>
                <a:latin typeface="+mj-lt"/>
              </a:defRPr>
            </a:lvl1pPr>
          </a:lstStyle>
          <a:p>
            <a:pPr lvl="0" rtl="0"/>
            <a:r>
              <a:rPr lang="en-GB" noProof="0"/>
              <a:t>name</a:t>
            </a:r>
          </a:p>
        </p:txBody>
      </p:sp>
      <p:sp>
        <p:nvSpPr>
          <p:cNvPr id="39" name="Text Placeholder 10">
            <a:extLst>
              <a:ext uri="{FF2B5EF4-FFF2-40B4-BE49-F238E27FC236}">
                <a16:creationId xmlns:a16="http://schemas.microsoft.com/office/drawing/2014/main" id="{C40D7D1C-3379-42CE-B3D7-A585CDECBD11}"/>
              </a:ext>
            </a:extLst>
          </p:cNvPr>
          <p:cNvSpPr>
            <a:spLocks noGrp="1"/>
          </p:cNvSpPr>
          <p:nvPr>
            <p:ph type="body" sz="quarter" idx="17" hasCustomPrompt="1"/>
          </p:nvPr>
        </p:nvSpPr>
        <p:spPr>
          <a:xfrm>
            <a:off x="5251399" y="5683898"/>
            <a:ext cx="1386910" cy="426393"/>
          </a:xfrm>
          <a:prstGeom prst="rect">
            <a:avLst/>
          </a:prstGeom>
        </p:spPr>
        <p:txBody>
          <a:bodyPr rtlCol="0" anchor="t"/>
          <a:lstStyle>
            <a:lvl1pPr marL="0" indent="0" algn="ctr">
              <a:buNone/>
              <a:defRPr sz="1050" cap="all" spc="75" baseline="0">
                <a:solidFill>
                  <a:schemeClr val="bg1">
                    <a:lumMod val="50000"/>
                  </a:schemeClr>
                </a:solidFill>
                <a:latin typeface="+mj-lt"/>
              </a:defRPr>
            </a:lvl1pPr>
          </a:lstStyle>
          <a:p>
            <a:pPr lvl="0" rtl="0"/>
            <a:r>
              <a:rPr lang="en-GB" noProof="0"/>
              <a:t>Click to add name</a:t>
            </a:r>
          </a:p>
        </p:txBody>
      </p:sp>
      <p:sp>
        <p:nvSpPr>
          <p:cNvPr id="3" name="Date Placeholder 2">
            <a:extLst>
              <a:ext uri="{FF2B5EF4-FFF2-40B4-BE49-F238E27FC236}">
                <a16:creationId xmlns:a16="http://schemas.microsoft.com/office/drawing/2014/main" id="{35129BD8-DBDF-484C-89DD-80EDD7B827E7}"/>
              </a:ext>
            </a:extLst>
          </p:cNvPr>
          <p:cNvSpPr>
            <a:spLocks noGrp="1"/>
          </p:cNvSpPr>
          <p:nvPr>
            <p:ph type="dt" sz="half" idx="10"/>
          </p:nvPr>
        </p:nvSpPr>
        <p:spPr>
          <a:xfrm>
            <a:off x="681038" y="6356353"/>
            <a:ext cx="2228850" cy="365125"/>
          </a:xfrm>
          <a:prstGeom prst="rect">
            <a:avLst/>
          </a:prstGeom>
        </p:spPr>
        <p:txBody>
          <a:bodyPr rtlCol="0"/>
          <a:lstStyle>
            <a:lvl1pPr>
              <a:defRPr>
                <a:solidFill>
                  <a:schemeClr val="bg1"/>
                </a:solidFill>
              </a:defRPr>
            </a:lvl1pPr>
          </a:lstStyle>
          <a:p>
            <a:pPr rtl="0"/>
            <a:r>
              <a:rPr lang="en-GB" noProof="0"/>
              <a:t>20XX</a:t>
            </a:r>
          </a:p>
        </p:txBody>
      </p:sp>
      <p:sp>
        <p:nvSpPr>
          <p:cNvPr id="4" name="Footer Placeholder 3">
            <a:extLst>
              <a:ext uri="{FF2B5EF4-FFF2-40B4-BE49-F238E27FC236}">
                <a16:creationId xmlns:a16="http://schemas.microsoft.com/office/drawing/2014/main" id="{8CF621E8-9FBF-4DC8-AA1D-234C0A47D713}"/>
              </a:ext>
            </a:extLst>
          </p:cNvPr>
          <p:cNvSpPr>
            <a:spLocks noGrp="1"/>
          </p:cNvSpPr>
          <p:nvPr>
            <p:ph type="ftr" sz="quarter" idx="11"/>
          </p:nvPr>
        </p:nvSpPr>
        <p:spPr>
          <a:xfrm>
            <a:off x="3281364" y="6356353"/>
            <a:ext cx="3343275" cy="365125"/>
          </a:xfrm>
          <a:prstGeom prst="rect">
            <a:avLst/>
          </a:prstGeom>
        </p:spPr>
        <p:txBody>
          <a:bodyPr rtlCol="0"/>
          <a:lstStyle>
            <a:lvl1pPr>
              <a:defRPr>
                <a:solidFill>
                  <a:schemeClr val="bg1"/>
                </a:solidFill>
              </a:defRPr>
            </a:lvl1pPr>
          </a:lstStyle>
          <a:p>
            <a:pPr rtl="0"/>
            <a:r>
              <a:rPr lang="en-GB" noProof="0"/>
              <a:t>Pitch deck</a:t>
            </a:r>
          </a:p>
        </p:txBody>
      </p:sp>
      <p:sp>
        <p:nvSpPr>
          <p:cNvPr id="5" name="Slide Number Placeholder 4">
            <a:extLst>
              <a:ext uri="{FF2B5EF4-FFF2-40B4-BE49-F238E27FC236}">
                <a16:creationId xmlns:a16="http://schemas.microsoft.com/office/drawing/2014/main" id="{1C1D5819-A04D-4AB0-A144-E7BBA3400317}"/>
              </a:ext>
            </a:extLst>
          </p:cNvPr>
          <p:cNvSpPr>
            <a:spLocks noGrp="1"/>
          </p:cNvSpPr>
          <p:nvPr>
            <p:ph type="sldNum" sz="quarter" idx="12"/>
          </p:nvPr>
        </p:nvSpPr>
        <p:spPr>
          <a:xfrm>
            <a:off x="6996113" y="6356353"/>
            <a:ext cx="2228850" cy="365125"/>
          </a:xfrm>
          <a:prstGeom prst="rect">
            <a:avLst/>
          </a:prstGeom>
        </p:spPr>
        <p:txBody>
          <a:bodyPr rtlCol="0"/>
          <a:lstStyle>
            <a:lvl1pPr>
              <a:defRPr>
                <a:solidFill>
                  <a:schemeClr val="bg1"/>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3160847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3D21-9143-4E6D-87CD-82F00F7DC6FA}"/>
              </a:ext>
            </a:extLst>
          </p:cNvPr>
          <p:cNvSpPr>
            <a:spLocks noGrp="1"/>
          </p:cNvSpPr>
          <p:nvPr>
            <p:ph type="title" hasCustomPrompt="1"/>
          </p:nvPr>
        </p:nvSpPr>
        <p:spPr>
          <a:xfrm>
            <a:off x="672193" y="627486"/>
            <a:ext cx="4280807" cy="568896"/>
          </a:xfrm>
          <a:prstGeom prst="rect">
            <a:avLst/>
          </a:prstGeom>
        </p:spPr>
        <p:txBody>
          <a:bodyPr rtlCol="0" anchor="ctr"/>
          <a:lstStyle>
            <a:lvl1pPr>
              <a:defRPr sz="1800" cap="all" spc="75" baseline="0">
                <a:solidFill>
                  <a:schemeClr val="accent2"/>
                </a:solidFill>
              </a:defRPr>
            </a:lvl1pPr>
          </a:lstStyle>
          <a:p>
            <a:pPr rtl="0"/>
            <a:r>
              <a:rPr lang="en-GB" noProof="0"/>
              <a:t>Click to add title</a:t>
            </a:r>
          </a:p>
        </p:txBody>
      </p:sp>
      <p:sp>
        <p:nvSpPr>
          <p:cNvPr id="11" name="Text Placeholder 10">
            <a:extLst>
              <a:ext uri="{FF2B5EF4-FFF2-40B4-BE49-F238E27FC236}">
                <a16:creationId xmlns:a16="http://schemas.microsoft.com/office/drawing/2014/main" id="{235C24E7-D67D-40AA-B6B1-AE47659E18EC}"/>
              </a:ext>
            </a:extLst>
          </p:cNvPr>
          <p:cNvSpPr>
            <a:spLocks noGrp="1"/>
          </p:cNvSpPr>
          <p:nvPr>
            <p:ph type="body" sz="quarter" idx="33" hasCustomPrompt="1"/>
          </p:nvPr>
        </p:nvSpPr>
        <p:spPr>
          <a:xfrm>
            <a:off x="666607" y="1011439"/>
            <a:ext cx="4053752" cy="568896"/>
          </a:xfrm>
          <a:prstGeom prst="rect">
            <a:avLst/>
          </a:prstGeom>
        </p:spPr>
        <p:txBody>
          <a:bodyPr rtlCol="0" anchor="ctr"/>
          <a:lstStyle>
            <a:lvl1pPr marL="0" indent="0" algn="l">
              <a:buNone/>
              <a:defRPr sz="1500" cap="none" spc="75" baseline="0">
                <a:solidFill>
                  <a:schemeClr val="accent2"/>
                </a:solidFill>
                <a:latin typeface="+mn-lt"/>
              </a:defRPr>
            </a:lvl1pPr>
          </a:lstStyle>
          <a:p>
            <a:pPr lvl="0" rtl="0"/>
            <a:r>
              <a:rPr lang="en-GB" noProof="0"/>
              <a:t>Click to add title</a:t>
            </a:r>
          </a:p>
        </p:txBody>
      </p:sp>
      <p:sp>
        <p:nvSpPr>
          <p:cNvPr id="19" name="Text Placeholder 14">
            <a:extLst>
              <a:ext uri="{FF2B5EF4-FFF2-40B4-BE49-F238E27FC236}">
                <a16:creationId xmlns:a16="http://schemas.microsoft.com/office/drawing/2014/main" id="{A756E9B8-BA57-4251-A0E6-DDADC29D95B9}"/>
              </a:ext>
            </a:extLst>
          </p:cNvPr>
          <p:cNvSpPr>
            <a:spLocks noGrp="1"/>
          </p:cNvSpPr>
          <p:nvPr>
            <p:ph type="body" sz="quarter" idx="26" hasCustomPrompt="1"/>
          </p:nvPr>
        </p:nvSpPr>
        <p:spPr>
          <a:xfrm>
            <a:off x="748041" y="2044485"/>
            <a:ext cx="1287384"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1500" cap="all" spc="150" baseline="0">
                <a:solidFill>
                  <a:schemeClr val="accent5">
                    <a:lumMod val="50000"/>
                  </a:schemeClr>
                </a:solidFill>
                <a:latin typeface="+mj-lt"/>
              </a:defRPr>
            </a:lvl1pPr>
          </a:lstStyle>
          <a:p>
            <a:pPr lvl="0" rtl="0"/>
            <a:r>
              <a:rPr lang="en-GB" noProof="0"/>
              <a:t>Click to add name</a:t>
            </a:r>
          </a:p>
        </p:txBody>
      </p:sp>
      <p:sp>
        <p:nvSpPr>
          <p:cNvPr id="20" name="Text Placeholder 14">
            <a:extLst>
              <a:ext uri="{FF2B5EF4-FFF2-40B4-BE49-F238E27FC236}">
                <a16:creationId xmlns:a16="http://schemas.microsoft.com/office/drawing/2014/main" id="{C0B962B5-0EC7-48EC-A687-C206A69C56D6}"/>
              </a:ext>
            </a:extLst>
          </p:cNvPr>
          <p:cNvSpPr>
            <a:spLocks noGrp="1"/>
          </p:cNvSpPr>
          <p:nvPr>
            <p:ph type="body" sz="quarter" idx="13" hasCustomPrompt="1"/>
          </p:nvPr>
        </p:nvSpPr>
        <p:spPr>
          <a:xfrm>
            <a:off x="2216252" y="2044485"/>
            <a:ext cx="2504106" cy="1121230"/>
          </a:xfrm>
          <a:prstGeom prst="rect">
            <a:avLst/>
          </a:prstGeom>
        </p:spPr>
        <p:txBody>
          <a:bodyPr rtlCol="0" anchor="ctr"/>
          <a:lstStyle>
            <a:lvl1pPr marL="0" indent="0" algn="l">
              <a:lnSpc>
                <a:spcPct val="100000"/>
              </a:lnSpc>
              <a:spcBef>
                <a:spcPts val="0"/>
              </a:spcBef>
              <a:buNone/>
              <a:defRPr sz="1200" cap="none" spc="0" baseline="0">
                <a:solidFill>
                  <a:schemeClr val="tx1"/>
                </a:solidFill>
                <a:latin typeface="+mn-lt"/>
              </a:defRPr>
            </a:lvl1pPr>
          </a:lstStyle>
          <a:p>
            <a:pPr lvl="0" rtl="0"/>
            <a:r>
              <a:rPr lang="en-GB" noProof="0"/>
              <a:t>Click to add text</a:t>
            </a:r>
          </a:p>
        </p:txBody>
      </p:sp>
      <p:sp>
        <p:nvSpPr>
          <p:cNvPr id="22" name="Text Placeholder 14">
            <a:extLst>
              <a:ext uri="{FF2B5EF4-FFF2-40B4-BE49-F238E27FC236}">
                <a16:creationId xmlns:a16="http://schemas.microsoft.com/office/drawing/2014/main" id="{1314A100-8075-4D1D-995C-34F5838D58F2}"/>
              </a:ext>
            </a:extLst>
          </p:cNvPr>
          <p:cNvSpPr>
            <a:spLocks noGrp="1"/>
          </p:cNvSpPr>
          <p:nvPr>
            <p:ph type="body" sz="quarter" idx="34" hasCustomPrompt="1"/>
          </p:nvPr>
        </p:nvSpPr>
        <p:spPr>
          <a:xfrm>
            <a:off x="748041" y="3428263"/>
            <a:ext cx="1287384"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1500" cap="all" spc="150" baseline="0">
                <a:solidFill>
                  <a:schemeClr val="accent5">
                    <a:lumMod val="50000"/>
                  </a:schemeClr>
                </a:solidFill>
                <a:latin typeface="+mj-lt"/>
              </a:defRPr>
            </a:lvl1pPr>
          </a:lstStyle>
          <a:p>
            <a:pPr lvl="0" rtl="0"/>
            <a:r>
              <a:rPr lang="en-GB" noProof="0"/>
              <a:t>Click to add name</a:t>
            </a:r>
          </a:p>
        </p:txBody>
      </p:sp>
      <p:sp>
        <p:nvSpPr>
          <p:cNvPr id="23" name="Text Placeholder 14">
            <a:extLst>
              <a:ext uri="{FF2B5EF4-FFF2-40B4-BE49-F238E27FC236}">
                <a16:creationId xmlns:a16="http://schemas.microsoft.com/office/drawing/2014/main" id="{9C946523-4B92-4003-B43C-B01D972454F4}"/>
              </a:ext>
            </a:extLst>
          </p:cNvPr>
          <p:cNvSpPr>
            <a:spLocks noGrp="1"/>
          </p:cNvSpPr>
          <p:nvPr>
            <p:ph type="body" sz="quarter" idx="35" hasCustomPrompt="1"/>
          </p:nvPr>
        </p:nvSpPr>
        <p:spPr>
          <a:xfrm>
            <a:off x="2216252" y="3428263"/>
            <a:ext cx="2504106" cy="1121230"/>
          </a:xfrm>
          <a:prstGeom prst="rect">
            <a:avLst/>
          </a:prstGeom>
        </p:spPr>
        <p:txBody>
          <a:bodyPr rtlCol="0" anchor="ctr"/>
          <a:lstStyle>
            <a:lvl1pPr marL="0" indent="0" algn="l">
              <a:lnSpc>
                <a:spcPct val="100000"/>
              </a:lnSpc>
              <a:spcBef>
                <a:spcPts val="0"/>
              </a:spcBef>
              <a:buNone/>
              <a:defRPr sz="1200" cap="none" spc="0" baseline="0">
                <a:solidFill>
                  <a:schemeClr val="tx1"/>
                </a:solidFill>
                <a:latin typeface="+mn-lt"/>
              </a:defRPr>
            </a:lvl1pPr>
          </a:lstStyle>
          <a:p>
            <a:pPr lvl="0" rtl="0"/>
            <a:r>
              <a:rPr lang="en-GB" noProof="0"/>
              <a:t>Click to add text</a:t>
            </a:r>
          </a:p>
        </p:txBody>
      </p:sp>
      <p:sp>
        <p:nvSpPr>
          <p:cNvPr id="25" name="Text Placeholder 14">
            <a:extLst>
              <a:ext uri="{FF2B5EF4-FFF2-40B4-BE49-F238E27FC236}">
                <a16:creationId xmlns:a16="http://schemas.microsoft.com/office/drawing/2014/main" id="{F9BEEAAD-CC7F-427D-BCFF-1BBA5023ABE6}"/>
              </a:ext>
            </a:extLst>
          </p:cNvPr>
          <p:cNvSpPr>
            <a:spLocks noGrp="1"/>
          </p:cNvSpPr>
          <p:nvPr>
            <p:ph type="body" sz="quarter" idx="36" hasCustomPrompt="1"/>
          </p:nvPr>
        </p:nvSpPr>
        <p:spPr>
          <a:xfrm>
            <a:off x="748041" y="4812041"/>
            <a:ext cx="1287384"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1500" cap="all" spc="150" baseline="0">
                <a:solidFill>
                  <a:schemeClr val="accent5">
                    <a:lumMod val="50000"/>
                  </a:schemeClr>
                </a:solidFill>
                <a:latin typeface="+mj-lt"/>
              </a:defRPr>
            </a:lvl1pPr>
          </a:lstStyle>
          <a:p>
            <a:pPr lvl="0" rtl="0"/>
            <a:r>
              <a:rPr lang="en-GB" noProof="0"/>
              <a:t>Click to add name</a:t>
            </a:r>
          </a:p>
        </p:txBody>
      </p:sp>
      <p:sp>
        <p:nvSpPr>
          <p:cNvPr id="26" name="Text Placeholder 14">
            <a:extLst>
              <a:ext uri="{FF2B5EF4-FFF2-40B4-BE49-F238E27FC236}">
                <a16:creationId xmlns:a16="http://schemas.microsoft.com/office/drawing/2014/main" id="{B6693A35-4411-4FE2-82FD-5D30D8D62AF3}"/>
              </a:ext>
            </a:extLst>
          </p:cNvPr>
          <p:cNvSpPr>
            <a:spLocks noGrp="1"/>
          </p:cNvSpPr>
          <p:nvPr>
            <p:ph type="body" sz="quarter" idx="37" hasCustomPrompt="1"/>
          </p:nvPr>
        </p:nvSpPr>
        <p:spPr>
          <a:xfrm>
            <a:off x="2216252" y="4812041"/>
            <a:ext cx="2504106" cy="1121230"/>
          </a:xfrm>
          <a:prstGeom prst="rect">
            <a:avLst/>
          </a:prstGeom>
        </p:spPr>
        <p:txBody>
          <a:bodyPr rtlCol="0" anchor="ctr"/>
          <a:lstStyle>
            <a:lvl1pPr marL="0" indent="0" algn="l">
              <a:lnSpc>
                <a:spcPct val="100000"/>
              </a:lnSpc>
              <a:spcBef>
                <a:spcPts val="0"/>
              </a:spcBef>
              <a:buNone/>
              <a:defRPr sz="1200" cap="none" spc="0" baseline="0">
                <a:solidFill>
                  <a:schemeClr val="tx1"/>
                </a:solidFill>
                <a:latin typeface="+mn-lt"/>
              </a:defRPr>
            </a:lvl1pPr>
          </a:lstStyle>
          <a:p>
            <a:pPr lvl="0" rtl="0"/>
            <a:r>
              <a:rPr lang="en-GB" noProof="0"/>
              <a:t>Click to add text</a:t>
            </a:r>
          </a:p>
        </p:txBody>
      </p:sp>
      <p:sp>
        <p:nvSpPr>
          <p:cNvPr id="17" name="Date Placeholder 3">
            <a:extLst>
              <a:ext uri="{FF2B5EF4-FFF2-40B4-BE49-F238E27FC236}">
                <a16:creationId xmlns:a16="http://schemas.microsoft.com/office/drawing/2014/main" id="{B658EBA7-4275-488A-B86F-67B70609FC99}"/>
              </a:ext>
            </a:extLst>
          </p:cNvPr>
          <p:cNvSpPr>
            <a:spLocks noGrp="1"/>
          </p:cNvSpPr>
          <p:nvPr>
            <p:ph type="dt" sz="half" idx="2"/>
          </p:nvPr>
        </p:nvSpPr>
        <p:spPr>
          <a:xfrm>
            <a:off x="681039" y="6356353"/>
            <a:ext cx="1292423" cy="365125"/>
          </a:xfrm>
          <a:prstGeom prst="rect">
            <a:avLst/>
          </a:prstGeom>
        </p:spPr>
        <p:txBody>
          <a:bodyPr vert="horz" lIns="91440" tIns="45720" rIns="91440" bIns="45720" rtlCol="0" anchor="ctr"/>
          <a:lstStyle>
            <a:lvl1pPr algn="l">
              <a:defRPr sz="900" spc="75" baseline="0">
                <a:solidFill>
                  <a:schemeClr val="bg2">
                    <a:lumMod val="50000"/>
                  </a:schemeClr>
                </a:solidFill>
                <a:effectLst/>
              </a:defRPr>
            </a:lvl1pPr>
          </a:lstStyle>
          <a:p>
            <a:pPr rtl="0"/>
            <a:r>
              <a:rPr lang="en-GB" noProof="0"/>
              <a:t>20XX</a:t>
            </a:r>
          </a:p>
        </p:txBody>
      </p:sp>
      <p:sp>
        <p:nvSpPr>
          <p:cNvPr id="27" name="Footer Placeholder 4">
            <a:extLst>
              <a:ext uri="{FF2B5EF4-FFF2-40B4-BE49-F238E27FC236}">
                <a16:creationId xmlns:a16="http://schemas.microsoft.com/office/drawing/2014/main" id="{A59824DA-522A-4135-800A-60F504928B2D}"/>
              </a:ext>
            </a:extLst>
          </p:cNvPr>
          <p:cNvSpPr>
            <a:spLocks noGrp="1"/>
          </p:cNvSpPr>
          <p:nvPr>
            <p:ph type="ftr" sz="quarter" idx="3"/>
          </p:nvPr>
        </p:nvSpPr>
        <p:spPr>
          <a:xfrm>
            <a:off x="5259807" y="6356353"/>
            <a:ext cx="2228850" cy="365125"/>
          </a:xfrm>
          <a:prstGeom prst="rect">
            <a:avLst/>
          </a:prstGeom>
        </p:spPr>
        <p:txBody>
          <a:bodyPr vert="horz" lIns="91440" tIns="45720" rIns="91440" bIns="45720" rtlCol="0" anchor="ctr"/>
          <a:lstStyle>
            <a:lvl1pPr algn="ctr">
              <a:defRPr sz="900" b="1" i="0" cap="all" spc="75" baseline="0">
                <a:solidFill>
                  <a:schemeClr val="bg1"/>
                </a:solidFill>
                <a:effectLst>
                  <a:outerShdw blurRad="38100" dist="38100" dir="2700000" algn="tl">
                    <a:srgbClr val="000000">
                      <a:alpha val="43137"/>
                    </a:srgbClr>
                  </a:outerShdw>
                </a:effectLst>
                <a:latin typeface="+mj-lt"/>
              </a:defRPr>
            </a:lvl1pPr>
          </a:lstStyle>
          <a:p>
            <a:pPr rtl="0"/>
            <a:r>
              <a:rPr lang="en-GB" noProof="0"/>
              <a:t>Pitch deck</a:t>
            </a:r>
          </a:p>
        </p:txBody>
      </p:sp>
      <p:sp>
        <p:nvSpPr>
          <p:cNvPr id="7" name="Picture Placeholder 8">
            <a:extLst>
              <a:ext uri="{FF2B5EF4-FFF2-40B4-BE49-F238E27FC236}">
                <a16:creationId xmlns:a16="http://schemas.microsoft.com/office/drawing/2014/main" id="{93D3F372-68E2-486A-A105-748C2BB245A0}"/>
              </a:ext>
            </a:extLst>
          </p:cNvPr>
          <p:cNvSpPr>
            <a:spLocks noGrp="1"/>
          </p:cNvSpPr>
          <p:nvPr>
            <p:ph type="pic" sz="quarter" idx="14" hasCustomPrompt="1"/>
          </p:nvPr>
        </p:nvSpPr>
        <p:spPr>
          <a:xfrm>
            <a:off x="5430612" y="0"/>
            <a:ext cx="4475387" cy="6858000"/>
          </a:xfrm>
          <a:prstGeom prst="rect">
            <a:avLst/>
          </a:prstGeom>
        </p:spPr>
        <p:txBody>
          <a:bodyPr rtlCol="0"/>
          <a:lstStyle>
            <a:lvl1pPr marL="0" indent="0" algn="ctr">
              <a:buNone/>
              <a:defRPr/>
            </a:lvl1pPr>
          </a:lstStyle>
          <a:p>
            <a:pPr rtl="0"/>
            <a:r>
              <a:rPr lang="en-GB" noProof="0"/>
              <a:t>Click to add photo</a:t>
            </a:r>
          </a:p>
        </p:txBody>
      </p:sp>
      <p:sp>
        <p:nvSpPr>
          <p:cNvPr id="28" name="Slide Number Placeholder 5">
            <a:extLst>
              <a:ext uri="{FF2B5EF4-FFF2-40B4-BE49-F238E27FC236}">
                <a16:creationId xmlns:a16="http://schemas.microsoft.com/office/drawing/2014/main" id="{8D667147-015B-4B04-886E-3451355DC70A}"/>
              </a:ext>
            </a:extLst>
          </p:cNvPr>
          <p:cNvSpPr>
            <a:spLocks noGrp="1"/>
          </p:cNvSpPr>
          <p:nvPr>
            <p:ph type="sldNum" sz="quarter" idx="4"/>
          </p:nvPr>
        </p:nvSpPr>
        <p:spPr>
          <a:xfrm>
            <a:off x="7955757" y="6356353"/>
            <a:ext cx="1269206" cy="365125"/>
          </a:xfrm>
          <a:prstGeom prst="rect">
            <a:avLst/>
          </a:prstGeom>
        </p:spPr>
        <p:txBody>
          <a:bodyPr vert="horz" lIns="91440" tIns="45720" rIns="91440" bIns="45720" rtlCol="0" anchor="ctr"/>
          <a:lstStyle>
            <a:lvl1pPr algn="r">
              <a:defRPr sz="900" spc="75" baseline="0">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2371206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09C70A-0F34-4BEB-BABD-659A58DC489C}"/>
              </a:ext>
              <a:ext uri="{C183D7F6-B498-43B3-948B-1728B52AA6E4}">
                <adec:decorative xmlns:adec="http://schemas.microsoft.com/office/drawing/2017/decorative" val="1"/>
              </a:ext>
            </a:extLst>
          </p:cNvPr>
          <p:cNvSpPr/>
          <p:nvPr userDrawn="1"/>
        </p:nvSpPr>
        <p:spPr>
          <a:xfrm>
            <a:off x="0" y="3"/>
            <a:ext cx="9906000" cy="21705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3281364" y="599302"/>
            <a:ext cx="3343275" cy="607969"/>
          </a:xfrm>
          <a:prstGeom prst="rect">
            <a:avLst/>
          </a:prstGeom>
        </p:spPr>
        <p:txBody>
          <a:bodyPr rtlCol="0" anchor="ctr"/>
          <a:lstStyle>
            <a:lvl1pPr algn="ctr">
              <a:defRPr sz="1800" cap="all" spc="75" baseline="0">
                <a:solidFill>
                  <a:schemeClr val="tx2">
                    <a:lumMod val="75000"/>
                  </a:schemeClr>
                </a:solidFill>
              </a:defRPr>
            </a:lvl1pPr>
          </a:lstStyle>
          <a:p>
            <a:pPr rtl="0"/>
            <a:r>
              <a:rPr lang="en-GB" noProof="0"/>
              <a:t>CLICK TO add title</a:t>
            </a:r>
          </a:p>
        </p:txBody>
      </p:sp>
      <p:sp>
        <p:nvSpPr>
          <p:cNvPr id="34" name="Text Placeholder 10">
            <a:extLst>
              <a:ext uri="{FF2B5EF4-FFF2-40B4-BE49-F238E27FC236}">
                <a16:creationId xmlns:a16="http://schemas.microsoft.com/office/drawing/2014/main" id="{781F399C-8EA8-402F-B2A4-828B062584C2}"/>
              </a:ext>
            </a:extLst>
          </p:cNvPr>
          <p:cNvSpPr>
            <a:spLocks noGrp="1"/>
          </p:cNvSpPr>
          <p:nvPr>
            <p:ph type="body" sz="quarter" idx="33" hasCustomPrompt="1"/>
          </p:nvPr>
        </p:nvSpPr>
        <p:spPr>
          <a:xfrm>
            <a:off x="3544277" y="1011441"/>
            <a:ext cx="2817448" cy="568896"/>
          </a:xfrm>
          <a:prstGeom prst="rect">
            <a:avLst/>
          </a:prstGeom>
        </p:spPr>
        <p:txBody>
          <a:bodyPr rtlCol="0" anchor="ctr"/>
          <a:lstStyle>
            <a:lvl1pPr marL="0" indent="0" algn="ctr">
              <a:buNone/>
              <a:defRPr sz="1500" cap="none" spc="75" baseline="0">
                <a:solidFill>
                  <a:schemeClr val="tx2">
                    <a:lumMod val="75000"/>
                  </a:schemeClr>
                </a:solidFill>
                <a:latin typeface="+mn-lt"/>
              </a:defRPr>
            </a:lvl1pPr>
          </a:lstStyle>
          <a:p>
            <a:pPr lvl="0" rtl="0"/>
            <a:r>
              <a:rPr lang="en-GB" noProof="0"/>
              <a:t>Click to add title</a:t>
            </a:r>
          </a:p>
        </p:txBody>
      </p:sp>
      <p:sp>
        <p:nvSpPr>
          <p:cNvPr id="35" name="Text Placeholder 10">
            <a:extLst>
              <a:ext uri="{FF2B5EF4-FFF2-40B4-BE49-F238E27FC236}">
                <a16:creationId xmlns:a16="http://schemas.microsoft.com/office/drawing/2014/main" id="{07DF62A2-2B04-4192-9858-1F4C30EFDA5B}"/>
              </a:ext>
            </a:extLst>
          </p:cNvPr>
          <p:cNvSpPr>
            <a:spLocks noGrp="1"/>
          </p:cNvSpPr>
          <p:nvPr>
            <p:ph type="body" sz="quarter" idx="34" hasCustomPrompt="1"/>
          </p:nvPr>
        </p:nvSpPr>
        <p:spPr>
          <a:xfrm>
            <a:off x="740055" y="2564316"/>
            <a:ext cx="3859889" cy="448769"/>
          </a:xfrm>
          <a:prstGeom prst="rect">
            <a:avLst/>
          </a:prstGeom>
        </p:spPr>
        <p:txBody>
          <a:bodyPr rtlCol="0"/>
          <a:lstStyle>
            <a:lvl1pPr marL="0" indent="0" algn="ctr">
              <a:buNone/>
              <a:defRPr sz="1350" cap="none" spc="150" baseline="0">
                <a:solidFill>
                  <a:schemeClr val="accent5">
                    <a:lumMod val="50000"/>
                  </a:schemeClr>
                </a:solidFill>
                <a:latin typeface="+mj-lt"/>
              </a:defRPr>
            </a:lvl1pPr>
          </a:lstStyle>
          <a:p>
            <a:pPr lvl="0" rtl="0"/>
            <a:r>
              <a:rPr lang="en-GB" noProof="0"/>
              <a:t>Click to add title</a:t>
            </a:r>
          </a:p>
        </p:txBody>
      </p:sp>
      <p:sp>
        <p:nvSpPr>
          <p:cNvPr id="11" name="Text Placeholder 10">
            <a:extLst>
              <a:ext uri="{FF2B5EF4-FFF2-40B4-BE49-F238E27FC236}">
                <a16:creationId xmlns:a16="http://schemas.microsoft.com/office/drawing/2014/main" id="{910CB016-EEF8-4992-8F92-8FE3375CEB06}"/>
              </a:ext>
            </a:extLst>
          </p:cNvPr>
          <p:cNvSpPr>
            <a:spLocks noGrp="1"/>
          </p:cNvSpPr>
          <p:nvPr>
            <p:ph type="body" sz="quarter" idx="25" hasCustomPrompt="1"/>
          </p:nvPr>
        </p:nvSpPr>
        <p:spPr>
          <a:xfrm>
            <a:off x="6288650" y="2564316"/>
            <a:ext cx="2870433" cy="448769"/>
          </a:xfrm>
          <a:prstGeom prst="rect">
            <a:avLst/>
          </a:prstGeom>
        </p:spPr>
        <p:txBody>
          <a:bodyPr rtlCol="0"/>
          <a:lstStyle>
            <a:lvl1pPr marL="0" indent="0" algn="ctr">
              <a:buNone/>
              <a:defRPr sz="1350" cap="none" spc="150" baseline="0">
                <a:solidFill>
                  <a:schemeClr val="accent5">
                    <a:lumMod val="50000"/>
                  </a:schemeClr>
                </a:solidFill>
                <a:latin typeface="+mj-lt"/>
              </a:defRPr>
            </a:lvl1pPr>
          </a:lstStyle>
          <a:p>
            <a:pPr lvl="0" rtl="0"/>
            <a:r>
              <a:rPr lang="en-GB" noProof="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740370" y="3187703"/>
            <a:ext cx="3859213" cy="2771775"/>
          </a:xfrm>
          <a:prstGeom prst="rect">
            <a:avLst/>
          </a:prstGeom>
        </p:spPr>
        <p:txBody>
          <a:bodyPr rtlCol="0"/>
          <a:lstStyle>
            <a:lvl1pPr marL="0" indent="0">
              <a:buNone/>
              <a:defRPr sz="1050" cap="all" baseline="0"/>
            </a:lvl1pPr>
            <a:lvl2pPr marL="342909" indent="0">
              <a:buNone/>
              <a:defRPr/>
            </a:lvl2pPr>
            <a:lvl3pPr marL="685817" indent="0">
              <a:buNone/>
              <a:defRPr/>
            </a:lvl3pPr>
            <a:lvl4pPr marL="1028726" indent="0">
              <a:buNone/>
              <a:defRPr/>
            </a:lvl4pPr>
            <a:lvl5pPr marL="1371634" indent="0">
              <a:buNone/>
              <a:defRPr/>
            </a:lvl5pPr>
          </a:lstStyle>
          <a:p>
            <a:pPr lvl="0" rtl="0"/>
            <a:r>
              <a:rPr lang="en-GB" noProof="0"/>
              <a:t>Click to add content</a:t>
            </a:r>
          </a:p>
        </p:txBody>
      </p:sp>
      <p:sp>
        <p:nvSpPr>
          <p:cNvPr id="37" name="Content Placeholder 29">
            <a:extLst>
              <a:ext uri="{FF2B5EF4-FFF2-40B4-BE49-F238E27FC236}">
                <a16:creationId xmlns:a16="http://schemas.microsoft.com/office/drawing/2014/main" id="{1958214F-5F3C-4FBF-9DBD-97579EF4CF49}"/>
              </a:ext>
            </a:extLst>
          </p:cNvPr>
          <p:cNvSpPr>
            <a:spLocks noGrp="1"/>
          </p:cNvSpPr>
          <p:nvPr>
            <p:ph sz="quarter" idx="36" hasCustomPrompt="1"/>
          </p:nvPr>
        </p:nvSpPr>
        <p:spPr>
          <a:xfrm>
            <a:off x="5710384" y="3107442"/>
            <a:ext cx="3455247" cy="2882900"/>
          </a:xfrm>
          <a:prstGeom prst="rect">
            <a:avLst/>
          </a:prstGeom>
        </p:spPr>
        <p:txBody>
          <a:bodyPr rtlCol="0"/>
          <a:lstStyle>
            <a:lvl1pPr marL="0" indent="0">
              <a:buNone/>
              <a:defRPr sz="1050" cap="all" baseline="0"/>
            </a:lvl1pPr>
            <a:lvl2pPr marL="342909" indent="0">
              <a:buNone/>
              <a:defRPr/>
            </a:lvl2pPr>
            <a:lvl3pPr marL="685817" indent="0">
              <a:buNone/>
              <a:defRPr/>
            </a:lvl3pPr>
            <a:lvl4pPr marL="1028726" indent="0">
              <a:buNone/>
              <a:defRPr/>
            </a:lvl4pPr>
            <a:lvl5pPr marL="1371634" indent="0">
              <a:buNone/>
              <a:defRPr/>
            </a:lvl5pPr>
          </a:lstStyle>
          <a:p>
            <a:pPr lvl="0" rtl="0"/>
            <a:r>
              <a:rPr lang="en-GB" noProof="0"/>
              <a:t>Click to add content</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681038" y="6356353"/>
            <a:ext cx="2228850" cy="365125"/>
          </a:xfrm>
          <a:prstGeom prst="rect">
            <a:avLst/>
          </a:prstGeom>
        </p:spPr>
        <p:txBody>
          <a:bodyPr rtlCol="0"/>
          <a:lstStyle/>
          <a:p>
            <a:pPr rtl="0"/>
            <a:r>
              <a:rPr lang="en-GB" noProof="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3281364" y="6356353"/>
            <a:ext cx="3343275" cy="365125"/>
          </a:xfrm>
          <a:prstGeom prst="rect">
            <a:avLst/>
          </a:prstGeom>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6996113" y="6356353"/>
            <a:ext cx="2228850" cy="365125"/>
          </a:xfrm>
          <a:prstGeom prst="rect">
            <a:avLst/>
          </a:prstGeom>
        </p:spPr>
        <p:txBody>
          <a:bodyPr rtlCol="0"/>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78116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Yr Action Plan">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A378E50-94EF-4230-91B3-4CDA4804D460}"/>
              </a:ext>
              <a:ext uri="{C183D7F6-B498-43B3-948B-1728B52AA6E4}">
                <adec:decorative xmlns:adec="http://schemas.microsoft.com/office/drawing/2017/decorative" val="1"/>
              </a:ext>
            </a:extLst>
          </p:cNvPr>
          <p:cNvGrpSpPr/>
          <p:nvPr userDrawn="1"/>
        </p:nvGrpSpPr>
        <p:grpSpPr>
          <a:xfrm>
            <a:off x="2233951" y="4411921"/>
            <a:ext cx="6414964" cy="344415"/>
            <a:chOff x="2749477" y="4411918"/>
            <a:chExt cx="7895340" cy="344415"/>
          </a:xfrm>
        </p:grpSpPr>
        <p:cxnSp>
          <p:nvCxnSpPr>
            <p:cNvPr id="102" name="Straight Connector 101">
              <a:extLst>
                <a:ext uri="{FF2B5EF4-FFF2-40B4-BE49-F238E27FC236}">
                  <a16:creationId xmlns:a16="http://schemas.microsoft.com/office/drawing/2014/main" id="{3FDF687F-1594-4839-AA46-5DACB2E040FA}"/>
                </a:ext>
                <a:ext uri="{C183D7F6-B498-43B3-948B-1728B52AA6E4}">
                  <adec:decorative xmlns:adec="http://schemas.microsoft.com/office/drawing/2017/decorative" val="1"/>
                </a:ext>
              </a:extLst>
            </p:cNvPr>
            <p:cNvCxnSpPr>
              <a:cxnSpLocks/>
            </p:cNvCxnSpPr>
            <p:nvPr/>
          </p:nvCxnSpPr>
          <p:spPr>
            <a:xfrm flipH="1">
              <a:off x="2749477"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AD917A9-665D-46F4-8911-E2881838B6E6}"/>
                </a:ext>
                <a:ext uri="{C183D7F6-B498-43B3-948B-1728B52AA6E4}">
                  <adec:decorative xmlns:adec="http://schemas.microsoft.com/office/drawing/2017/decorative" val="1"/>
                </a:ext>
              </a:extLst>
            </p:cNvPr>
            <p:cNvCxnSpPr>
              <a:cxnSpLocks/>
            </p:cNvCxnSpPr>
            <p:nvPr/>
          </p:nvCxnSpPr>
          <p:spPr>
            <a:xfrm flipH="1">
              <a:off x="6699668"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7D52265-C77D-45A6-96A5-2656848A3117}"/>
                </a:ext>
                <a:ext uri="{C183D7F6-B498-43B3-948B-1728B52AA6E4}">
                  <adec:decorative xmlns:adec="http://schemas.microsoft.com/office/drawing/2017/decorative" val="1"/>
                </a:ext>
              </a:extLst>
            </p:cNvPr>
            <p:cNvCxnSpPr>
              <a:cxnSpLocks/>
            </p:cNvCxnSpPr>
            <p:nvPr/>
          </p:nvCxnSpPr>
          <p:spPr>
            <a:xfrm flipH="1">
              <a:off x="10643557"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4075B284-B3F9-49E3-A5BC-FBFD2C706C3D}"/>
              </a:ext>
              <a:ext uri="{C183D7F6-B498-43B3-948B-1728B52AA6E4}">
                <adec:decorative xmlns:adec="http://schemas.microsoft.com/office/drawing/2017/decorative" val="1"/>
              </a:ext>
            </a:extLst>
          </p:cNvPr>
          <p:cNvGrpSpPr/>
          <p:nvPr userDrawn="1"/>
        </p:nvGrpSpPr>
        <p:grpSpPr>
          <a:xfrm>
            <a:off x="2234974" y="2675141"/>
            <a:ext cx="5130090" cy="344415"/>
            <a:chOff x="2750737" y="2675138"/>
            <a:chExt cx="6313957" cy="344415"/>
          </a:xfrm>
        </p:grpSpPr>
        <p:cxnSp>
          <p:nvCxnSpPr>
            <p:cNvPr id="148" name="Straight Connector 147">
              <a:extLst>
                <a:ext uri="{FF2B5EF4-FFF2-40B4-BE49-F238E27FC236}">
                  <a16:creationId xmlns:a16="http://schemas.microsoft.com/office/drawing/2014/main" id="{1D75FFD8-965E-47C7-B05F-A941B5164AB4}"/>
                </a:ext>
                <a:ext uri="{C183D7F6-B498-43B3-948B-1728B52AA6E4}">
                  <adec:decorative xmlns:adec="http://schemas.microsoft.com/office/drawing/2017/decorative" val="1"/>
                </a:ext>
              </a:extLst>
            </p:cNvPr>
            <p:cNvCxnSpPr>
              <a:cxnSpLocks/>
            </p:cNvCxnSpPr>
            <p:nvPr userDrawn="1"/>
          </p:nvCxnSpPr>
          <p:spPr>
            <a:xfrm flipH="1">
              <a:off x="2750737"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BDDFF1A-AABD-4DA5-9811-02C4149132AF}"/>
                </a:ext>
                <a:ext uri="{C183D7F6-B498-43B3-948B-1728B52AA6E4}">
                  <adec:decorative xmlns:adec="http://schemas.microsoft.com/office/drawing/2017/decorative" val="1"/>
                </a:ext>
              </a:extLst>
            </p:cNvPr>
            <p:cNvCxnSpPr>
              <a:cxnSpLocks/>
            </p:cNvCxnSpPr>
            <p:nvPr userDrawn="1"/>
          </p:nvCxnSpPr>
          <p:spPr>
            <a:xfrm flipH="1">
              <a:off x="5116887"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7862A0FB-DDED-42C5-B28D-D466080F4637}"/>
                </a:ext>
                <a:ext uri="{C183D7F6-B498-43B3-948B-1728B52AA6E4}">
                  <adec:decorative xmlns:adec="http://schemas.microsoft.com/office/drawing/2017/decorative" val="1"/>
                </a:ext>
              </a:extLst>
            </p:cNvPr>
            <p:cNvCxnSpPr>
              <a:cxnSpLocks/>
            </p:cNvCxnSpPr>
            <p:nvPr userDrawn="1"/>
          </p:nvCxnSpPr>
          <p:spPr>
            <a:xfrm flipH="1">
              <a:off x="9063434"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7CD073CE-AA33-40C2-9636-3F5C236050F4}"/>
              </a:ext>
            </a:extLst>
          </p:cNvPr>
          <p:cNvSpPr>
            <a:spLocks noGrp="1"/>
          </p:cNvSpPr>
          <p:nvPr>
            <p:ph type="title" hasCustomPrompt="1"/>
          </p:nvPr>
        </p:nvSpPr>
        <p:spPr>
          <a:xfrm>
            <a:off x="3487446" y="693422"/>
            <a:ext cx="2931108" cy="633402"/>
          </a:xfrm>
          <a:prstGeom prst="rect">
            <a:avLst/>
          </a:prstGeom>
          <a:ln w="28575">
            <a:solidFill>
              <a:schemeClr val="accent2"/>
            </a:solidFill>
          </a:ln>
        </p:spPr>
        <p:txBody>
          <a:bodyPr rtlCol="0" anchor="ctr"/>
          <a:lstStyle>
            <a:lvl1pPr algn="ctr">
              <a:defRPr sz="1800" cap="all" spc="75" baseline="0">
                <a:solidFill>
                  <a:schemeClr val="tx2"/>
                </a:solidFill>
              </a:defRPr>
            </a:lvl1pPr>
          </a:lstStyle>
          <a:p>
            <a:pPr rtl="0"/>
            <a:r>
              <a:rPr lang="en-GB" noProof="0"/>
              <a:t>Click to add title</a:t>
            </a:r>
          </a:p>
        </p:txBody>
      </p:sp>
      <p:sp>
        <p:nvSpPr>
          <p:cNvPr id="58" name="Text Placeholder 14">
            <a:extLst>
              <a:ext uri="{FF2B5EF4-FFF2-40B4-BE49-F238E27FC236}">
                <a16:creationId xmlns:a16="http://schemas.microsoft.com/office/drawing/2014/main" id="{FC053B39-4BE6-44B3-8D93-ED230B1611A4}"/>
              </a:ext>
            </a:extLst>
          </p:cNvPr>
          <p:cNvSpPr>
            <a:spLocks noGrp="1"/>
          </p:cNvSpPr>
          <p:nvPr>
            <p:ph type="body" sz="quarter" idx="43" hasCustomPrompt="1"/>
          </p:nvPr>
        </p:nvSpPr>
        <p:spPr>
          <a:xfrm>
            <a:off x="1648860" y="2200553"/>
            <a:ext cx="1170072" cy="469597"/>
          </a:xfrm>
          <a:prstGeom prst="rect">
            <a:avLst/>
          </a:prstGeom>
        </p:spPr>
        <p:txBody>
          <a:bodyPr rtlCol="0" anchor="b"/>
          <a:lstStyle>
            <a:lvl1pPr marL="0" indent="0" algn="ctr">
              <a:lnSpc>
                <a:spcPct val="100000"/>
              </a:lnSpc>
              <a:spcBef>
                <a:spcPts val="0"/>
              </a:spcBef>
              <a:buNone/>
              <a:defRPr sz="1050" cap="none" spc="75" baseline="0">
                <a:solidFill>
                  <a:schemeClr val="accent5">
                    <a:lumMod val="50000"/>
                  </a:schemeClr>
                </a:solidFill>
                <a:latin typeface="+mn-lt"/>
              </a:defRPr>
            </a:lvl1pPr>
          </a:lstStyle>
          <a:p>
            <a:pPr lvl="0" rtl="0"/>
            <a:r>
              <a:rPr lang="en-GB" noProof="0"/>
              <a:t>Click to add text</a:t>
            </a:r>
          </a:p>
        </p:txBody>
      </p:sp>
      <p:sp>
        <p:nvSpPr>
          <p:cNvPr id="59" name="Text Placeholder 14">
            <a:extLst>
              <a:ext uri="{FF2B5EF4-FFF2-40B4-BE49-F238E27FC236}">
                <a16:creationId xmlns:a16="http://schemas.microsoft.com/office/drawing/2014/main" id="{95F74BD3-C751-4644-9E0D-36D890A69E6E}"/>
              </a:ext>
            </a:extLst>
          </p:cNvPr>
          <p:cNvSpPr>
            <a:spLocks noGrp="1"/>
          </p:cNvSpPr>
          <p:nvPr>
            <p:ph type="body" sz="quarter" idx="44" hasCustomPrompt="1"/>
          </p:nvPr>
        </p:nvSpPr>
        <p:spPr>
          <a:xfrm>
            <a:off x="3573060" y="2200553"/>
            <a:ext cx="1170072" cy="469597"/>
          </a:xfrm>
          <a:prstGeom prst="rect">
            <a:avLst/>
          </a:prstGeom>
        </p:spPr>
        <p:txBody>
          <a:bodyPr rtlCol="0" anchor="b"/>
          <a:lstStyle>
            <a:lvl1pPr marL="0" indent="0" algn="ctr">
              <a:lnSpc>
                <a:spcPct val="100000"/>
              </a:lnSpc>
              <a:spcBef>
                <a:spcPts val="0"/>
              </a:spcBef>
              <a:buNone/>
              <a:defRPr sz="1050" cap="none" spc="75" baseline="0">
                <a:solidFill>
                  <a:schemeClr val="accent5">
                    <a:lumMod val="50000"/>
                  </a:schemeClr>
                </a:solidFill>
                <a:latin typeface="+mn-lt"/>
              </a:defRPr>
            </a:lvl1pPr>
          </a:lstStyle>
          <a:p>
            <a:pPr lvl="0" rtl="0"/>
            <a:r>
              <a:rPr lang="en-GB" noProof="0"/>
              <a:t>Click to add text</a:t>
            </a:r>
          </a:p>
        </p:txBody>
      </p:sp>
      <p:sp>
        <p:nvSpPr>
          <p:cNvPr id="60" name="Text Placeholder 14">
            <a:extLst>
              <a:ext uri="{FF2B5EF4-FFF2-40B4-BE49-F238E27FC236}">
                <a16:creationId xmlns:a16="http://schemas.microsoft.com/office/drawing/2014/main" id="{3D5CF2BE-8C0B-408F-AEEB-45E3B588305D}"/>
              </a:ext>
            </a:extLst>
          </p:cNvPr>
          <p:cNvSpPr>
            <a:spLocks noGrp="1"/>
          </p:cNvSpPr>
          <p:nvPr>
            <p:ph type="body" sz="quarter" idx="45" hasCustomPrompt="1"/>
          </p:nvPr>
        </p:nvSpPr>
        <p:spPr>
          <a:xfrm>
            <a:off x="6780058" y="2200553"/>
            <a:ext cx="1170072" cy="469597"/>
          </a:xfrm>
          <a:prstGeom prst="rect">
            <a:avLst/>
          </a:prstGeom>
        </p:spPr>
        <p:txBody>
          <a:bodyPr rtlCol="0" anchor="b"/>
          <a:lstStyle>
            <a:lvl1pPr marL="0" indent="0" algn="ctr">
              <a:lnSpc>
                <a:spcPct val="100000"/>
              </a:lnSpc>
              <a:spcBef>
                <a:spcPts val="0"/>
              </a:spcBef>
              <a:buNone/>
              <a:defRPr sz="1050" cap="none" spc="75" baseline="0">
                <a:solidFill>
                  <a:schemeClr val="accent5">
                    <a:lumMod val="50000"/>
                  </a:schemeClr>
                </a:solidFill>
                <a:latin typeface="+mn-lt"/>
              </a:defRPr>
            </a:lvl1pPr>
          </a:lstStyle>
          <a:p>
            <a:pPr lvl="0" rtl="0"/>
            <a:r>
              <a:rPr lang="en-GB" noProof="0"/>
              <a:t>Click to add text</a:t>
            </a:r>
          </a:p>
        </p:txBody>
      </p:sp>
      <p:sp>
        <p:nvSpPr>
          <p:cNvPr id="56" name="Text Placeholder 14">
            <a:extLst>
              <a:ext uri="{FF2B5EF4-FFF2-40B4-BE49-F238E27FC236}">
                <a16:creationId xmlns:a16="http://schemas.microsoft.com/office/drawing/2014/main" id="{4A07D9B0-4F06-4D69-B211-37FC634E5084}"/>
              </a:ext>
            </a:extLst>
          </p:cNvPr>
          <p:cNvSpPr>
            <a:spLocks noGrp="1"/>
          </p:cNvSpPr>
          <p:nvPr>
            <p:ph type="body" sz="quarter" idx="41" hasCustomPrompt="1"/>
          </p:nvPr>
        </p:nvSpPr>
        <p:spPr>
          <a:xfrm>
            <a:off x="566154" y="2739533"/>
            <a:ext cx="829563" cy="501726"/>
          </a:xfrm>
          <a:prstGeom prst="rect">
            <a:avLst/>
          </a:prstGeom>
        </p:spPr>
        <p:txBody>
          <a:bodyPr rtlCol="0" anchor="ctr"/>
          <a:lstStyle>
            <a:lvl1pPr marL="0" indent="0" algn="ctr">
              <a:buNone/>
              <a:defRPr sz="1500" cap="none" spc="75" baseline="0">
                <a:solidFill>
                  <a:schemeClr val="accent5">
                    <a:lumMod val="50000"/>
                  </a:schemeClr>
                </a:solidFill>
                <a:latin typeface="+mj-lt"/>
              </a:defRPr>
            </a:lvl1pPr>
          </a:lstStyle>
          <a:p>
            <a:pPr lvl="0" rtl="0"/>
            <a:r>
              <a:rPr lang="en-GB" noProof="0"/>
              <a:t>Add year</a:t>
            </a:r>
          </a:p>
        </p:txBody>
      </p:sp>
      <p:sp>
        <p:nvSpPr>
          <p:cNvPr id="20" name="Text Placeholder 14">
            <a:extLst>
              <a:ext uri="{FF2B5EF4-FFF2-40B4-BE49-F238E27FC236}">
                <a16:creationId xmlns:a16="http://schemas.microsoft.com/office/drawing/2014/main" id="{E36FDE7A-7F96-4A7E-AB4F-DBCEFD81C3BA}"/>
              </a:ext>
            </a:extLst>
          </p:cNvPr>
          <p:cNvSpPr>
            <a:spLocks noGrp="1"/>
          </p:cNvSpPr>
          <p:nvPr>
            <p:ph type="body" sz="quarter" idx="17" hasCustomPrompt="1"/>
          </p:nvPr>
        </p:nvSpPr>
        <p:spPr>
          <a:xfrm>
            <a:off x="1391282"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1" name="Text Placeholder 14">
            <a:extLst>
              <a:ext uri="{FF2B5EF4-FFF2-40B4-BE49-F238E27FC236}">
                <a16:creationId xmlns:a16="http://schemas.microsoft.com/office/drawing/2014/main" id="{C3C9C771-CEBA-46FF-9941-0F82E4028CC4}"/>
              </a:ext>
            </a:extLst>
          </p:cNvPr>
          <p:cNvSpPr>
            <a:spLocks noGrp="1"/>
          </p:cNvSpPr>
          <p:nvPr>
            <p:ph type="body" sz="quarter" idx="18" hasCustomPrompt="1"/>
          </p:nvPr>
        </p:nvSpPr>
        <p:spPr>
          <a:xfrm>
            <a:off x="2032682"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2" name="Text Placeholder 14">
            <a:extLst>
              <a:ext uri="{FF2B5EF4-FFF2-40B4-BE49-F238E27FC236}">
                <a16:creationId xmlns:a16="http://schemas.microsoft.com/office/drawing/2014/main" id="{945F6154-355B-4195-8155-1E8C079CDEE2}"/>
              </a:ext>
            </a:extLst>
          </p:cNvPr>
          <p:cNvSpPr>
            <a:spLocks noGrp="1"/>
          </p:cNvSpPr>
          <p:nvPr>
            <p:ph type="body" sz="quarter" idx="19" hasCustomPrompt="1"/>
          </p:nvPr>
        </p:nvSpPr>
        <p:spPr>
          <a:xfrm>
            <a:off x="2674082"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3" name="Text Placeholder 14">
            <a:extLst>
              <a:ext uri="{FF2B5EF4-FFF2-40B4-BE49-F238E27FC236}">
                <a16:creationId xmlns:a16="http://schemas.microsoft.com/office/drawing/2014/main" id="{B8E228D5-C0F1-4215-8880-B28856B6F77B}"/>
              </a:ext>
            </a:extLst>
          </p:cNvPr>
          <p:cNvSpPr>
            <a:spLocks noGrp="1"/>
          </p:cNvSpPr>
          <p:nvPr>
            <p:ph type="body" sz="quarter" idx="20" hasCustomPrompt="1"/>
          </p:nvPr>
        </p:nvSpPr>
        <p:spPr>
          <a:xfrm>
            <a:off x="3315481"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4" name="Text Placeholder 14">
            <a:extLst>
              <a:ext uri="{FF2B5EF4-FFF2-40B4-BE49-F238E27FC236}">
                <a16:creationId xmlns:a16="http://schemas.microsoft.com/office/drawing/2014/main" id="{5568E40A-0330-4C80-9F64-FB6C4B7CC11D}"/>
              </a:ext>
            </a:extLst>
          </p:cNvPr>
          <p:cNvSpPr>
            <a:spLocks noGrp="1"/>
          </p:cNvSpPr>
          <p:nvPr>
            <p:ph type="body" sz="quarter" idx="21" hasCustomPrompt="1"/>
          </p:nvPr>
        </p:nvSpPr>
        <p:spPr>
          <a:xfrm>
            <a:off x="3908781" y="3170170"/>
            <a:ext cx="499939"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5" name="Text Placeholder 14">
            <a:extLst>
              <a:ext uri="{FF2B5EF4-FFF2-40B4-BE49-F238E27FC236}">
                <a16:creationId xmlns:a16="http://schemas.microsoft.com/office/drawing/2014/main" id="{EC8A3FD2-F6F6-40A0-89E1-7769CBB8D4BB}"/>
              </a:ext>
            </a:extLst>
          </p:cNvPr>
          <p:cNvSpPr>
            <a:spLocks noGrp="1"/>
          </p:cNvSpPr>
          <p:nvPr>
            <p:ph type="body" sz="quarter" idx="22" hasCustomPrompt="1"/>
          </p:nvPr>
        </p:nvSpPr>
        <p:spPr>
          <a:xfrm>
            <a:off x="4598282"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6" name="Text Placeholder 14">
            <a:extLst>
              <a:ext uri="{FF2B5EF4-FFF2-40B4-BE49-F238E27FC236}">
                <a16:creationId xmlns:a16="http://schemas.microsoft.com/office/drawing/2014/main" id="{A882D901-8E7C-431B-B6E9-14C8BD5B22C0}"/>
              </a:ext>
            </a:extLst>
          </p:cNvPr>
          <p:cNvSpPr>
            <a:spLocks noGrp="1"/>
          </p:cNvSpPr>
          <p:nvPr>
            <p:ph type="body" sz="quarter" idx="23" hasCustomPrompt="1"/>
          </p:nvPr>
        </p:nvSpPr>
        <p:spPr>
          <a:xfrm>
            <a:off x="5239680"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7" name="Text Placeholder 14">
            <a:extLst>
              <a:ext uri="{FF2B5EF4-FFF2-40B4-BE49-F238E27FC236}">
                <a16:creationId xmlns:a16="http://schemas.microsoft.com/office/drawing/2014/main" id="{2051E2EF-F729-4B79-8CD4-C0D60EE9AD08}"/>
              </a:ext>
            </a:extLst>
          </p:cNvPr>
          <p:cNvSpPr>
            <a:spLocks noGrp="1"/>
          </p:cNvSpPr>
          <p:nvPr>
            <p:ph type="body" sz="quarter" idx="24" hasCustomPrompt="1"/>
          </p:nvPr>
        </p:nvSpPr>
        <p:spPr>
          <a:xfrm>
            <a:off x="5881080"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8" name="Text Placeholder 14">
            <a:extLst>
              <a:ext uri="{FF2B5EF4-FFF2-40B4-BE49-F238E27FC236}">
                <a16:creationId xmlns:a16="http://schemas.microsoft.com/office/drawing/2014/main" id="{A8A6BF26-67C7-4AFD-82B4-5F8831E6276B}"/>
              </a:ext>
            </a:extLst>
          </p:cNvPr>
          <p:cNvSpPr>
            <a:spLocks noGrp="1"/>
          </p:cNvSpPr>
          <p:nvPr>
            <p:ph type="body" sz="quarter" idx="25" hasCustomPrompt="1"/>
          </p:nvPr>
        </p:nvSpPr>
        <p:spPr>
          <a:xfrm>
            <a:off x="6522480"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29" name="Text Placeholder 14">
            <a:extLst>
              <a:ext uri="{FF2B5EF4-FFF2-40B4-BE49-F238E27FC236}">
                <a16:creationId xmlns:a16="http://schemas.microsoft.com/office/drawing/2014/main" id="{9D579002-8C14-4A35-90BB-43E508420D98}"/>
              </a:ext>
            </a:extLst>
          </p:cNvPr>
          <p:cNvSpPr>
            <a:spLocks noGrp="1"/>
          </p:cNvSpPr>
          <p:nvPr>
            <p:ph type="body" sz="quarter" idx="26" hasCustomPrompt="1"/>
          </p:nvPr>
        </p:nvSpPr>
        <p:spPr>
          <a:xfrm>
            <a:off x="7163879"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0" name="Text Placeholder 14">
            <a:extLst>
              <a:ext uri="{FF2B5EF4-FFF2-40B4-BE49-F238E27FC236}">
                <a16:creationId xmlns:a16="http://schemas.microsoft.com/office/drawing/2014/main" id="{AA2D386B-15E3-4543-8D79-5B890CB60E7F}"/>
              </a:ext>
            </a:extLst>
          </p:cNvPr>
          <p:cNvSpPr>
            <a:spLocks noGrp="1"/>
          </p:cNvSpPr>
          <p:nvPr>
            <p:ph type="body" sz="quarter" idx="27" hasCustomPrompt="1"/>
          </p:nvPr>
        </p:nvSpPr>
        <p:spPr>
          <a:xfrm>
            <a:off x="7805279"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1" name="Text Placeholder 14">
            <a:extLst>
              <a:ext uri="{FF2B5EF4-FFF2-40B4-BE49-F238E27FC236}">
                <a16:creationId xmlns:a16="http://schemas.microsoft.com/office/drawing/2014/main" id="{D1BBCCCB-0A70-4CE2-AC23-DC53C20096BA}"/>
              </a:ext>
            </a:extLst>
          </p:cNvPr>
          <p:cNvSpPr>
            <a:spLocks noGrp="1"/>
          </p:cNvSpPr>
          <p:nvPr>
            <p:ph type="body" sz="quarter" idx="28" hasCustomPrompt="1"/>
          </p:nvPr>
        </p:nvSpPr>
        <p:spPr>
          <a:xfrm>
            <a:off x="8446676" y="3170170"/>
            <a:ext cx="402431" cy="652276"/>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61" name="Text Placeholder 14">
            <a:extLst>
              <a:ext uri="{FF2B5EF4-FFF2-40B4-BE49-F238E27FC236}">
                <a16:creationId xmlns:a16="http://schemas.microsoft.com/office/drawing/2014/main" id="{83DD38EA-382F-4255-927F-5F23153D51A7}"/>
              </a:ext>
            </a:extLst>
          </p:cNvPr>
          <p:cNvSpPr>
            <a:spLocks noGrp="1"/>
          </p:cNvSpPr>
          <p:nvPr>
            <p:ph type="body" sz="quarter" idx="46" hasCustomPrompt="1"/>
          </p:nvPr>
        </p:nvSpPr>
        <p:spPr>
          <a:xfrm>
            <a:off x="1648860" y="4003137"/>
            <a:ext cx="1170072" cy="408780"/>
          </a:xfrm>
          <a:prstGeom prst="rect">
            <a:avLst/>
          </a:prstGeom>
        </p:spPr>
        <p:txBody>
          <a:bodyPr rtlCol="0" anchor="b"/>
          <a:lstStyle>
            <a:lvl1pPr marL="0" indent="0" algn="ctr">
              <a:lnSpc>
                <a:spcPct val="100000"/>
              </a:lnSpc>
              <a:spcBef>
                <a:spcPts val="0"/>
              </a:spcBef>
              <a:buNone/>
              <a:defRPr sz="1050" cap="none" spc="75" baseline="0">
                <a:solidFill>
                  <a:schemeClr val="accent5">
                    <a:lumMod val="50000"/>
                  </a:schemeClr>
                </a:solidFill>
                <a:latin typeface="+mn-lt"/>
              </a:defRPr>
            </a:lvl1pPr>
          </a:lstStyle>
          <a:p>
            <a:pPr lvl="0" rtl="0"/>
            <a:r>
              <a:rPr lang="en-GB" noProof="0"/>
              <a:t>Click to add text</a:t>
            </a:r>
          </a:p>
        </p:txBody>
      </p:sp>
      <p:sp>
        <p:nvSpPr>
          <p:cNvPr id="62" name="Text Placeholder 14">
            <a:extLst>
              <a:ext uri="{FF2B5EF4-FFF2-40B4-BE49-F238E27FC236}">
                <a16:creationId xmlns:a16="http://schemas.microsoft.com/office/drawing/2014/main" id="{DDBB317C-ECEA-48F8-B070-51A7C7B4CDB2}"/>
              </a:ext>
            </a:extLst>
          </p:cNvPr>
          <p:cNvSpPr>
            <a:spLocks noGrp="1"/>
          </p:cNvSpPr>
          <p:nvPr>
            <p:ph type="body" sz="quarter" idx="47" hasCustomPrompt="1"/>
          </p:nvPr>
        </p:nvSpPr>
        <p:spPr>
          <a:xfrm>
            <a:off x="4855859" y="4003137"/>
            <a:ext cx="1170072" cy="408780"/>
          </a:xfrm>
          <a:prstGeom prst="rect">
            <a:avLst/>
          </a:prstGeom>
        </p:spPr>
        <p:txBody>
          <a:bodyPr rtlCol="0" anchor="b"/>
          <a:lstStyle>
            <a:lvl1pPr marL="0" indent="0" algn="ctr">
              <a:lnSpc>
                <a:spcPct val="100000"/>
              </a:lnSpc>
              <a:spcBef>
                <a:spcPts val="0"/>
              </a:spcBef>
              <a:buNone/>
              <a:defRPr sz="1050" b="0" cap="none" spc="75" baseline="0">
                <a:solidFill>
                  <a:schemeClr val="accent5">
                    <a:lumMod val="50000"/>
                  </a:schemeClr>
                </a:solidFill>
                <a:latin typeface="+mn-lt"/>
              </a:defRPr>
            </a:lvl1pPr>
          </a:lstStyle>
          <a:p>
            <a:pPr lvl="0" rtl="0"/>
            <a:r>
              <a:rPr lang="en-GB" noProof="0"/>
              <a:t>Click to add text</a:t>
            </a:r>
          </a:p>
        </p:txBody>
      </p:sp>
      <p:sp>
        <p:nvSpPr>
          <p:cNvPr id="63" name="Text Placeholder 14">
            <a:extLst>
              <a:ext uri="{FF2B5EF4-FFF2-40B4-BE49-F238E27FC236}">
                <a16:creationId xmlns:a16="http://schemas.microsoft.com/office/drawing/2014/main" id="{5C19CD78-318A-4E21-9027-254A8711F4C1}"/>
              </a:ext>
            </a:extLst>
          </p:cNvPr>
          <p:cNvSpPr>
            <a:spLocks noGrp="1"/>
          </p:cNvSpPr>
          <p:nvPr>
            <p:ph type="body" sz="quarter" idx="48" hasCustomPrompt="1"/>
          </p:nvPr>
        </p:nvSpPr>
        <p:spPr>
          <a:xfrm>
            <a:off x="8062857" y="4003137"/>
            <a:ext cx="1170072" cy="408780"/>
          </a:xfrm>
          <a:prstGeom prst="rect">
            <a:avLst/>
          </a:prstGeom>
        </p:spPr>
        <p:txBody>
          <a:bodyPr rtlCol="0" anchor="b"/>
          <a:lstStyle>
            <a:lvl1pPr marL="0" indent="0" algn="ctr">
              <a:lnSpc>
                <a:spcPct val="100000"/>
              </a:lnSpc>
              <a:spcBef>
                <a:spcPts val="0"/>
              </a:spcBef>
              <a:buNone/>
              <a:defRPr sz="1050" cap="none" spc="75" baseline="0">
                <a:solidFill>
                  <a:schemeClr val="accent5">
                    <a:lumMod val="50000"/>
                  </a:schemeClr>
                </a:solidFill>
                <a:latin typeface="+mj-lt"/>
              </a:defRPr>
            </a:lvl1pPr>
          </a:lstStyle>
          <a:p>
            <a:pPr lvl="0" rtl="0"/>
            <a:r>
              <a:rPr lang="en-GB" noProof="0"/>
              <a:t>Click to add text</a:t>
            </a:r>
          </a:p>
        </p:txBody>
      </p:sp>
      <p:sp>
        <p:nvSpPr>
          <p:cNvPr id="57" name="Text Placeholder 14">
            <a:extLst>
              <a:ext uri="{FF2B5EF4-FFF2-40B4-BE49-F238E27FC236}">
                <a16:creationId xmlns:a16="http://schemas.microsoft.com/office/drawing/2014/main" id="{A437805B-FB40-4996-AD55-1BF1A2D64F0B}"/>
              </a:ext>
            </a:extLst>
          </p:cNvPr>
          <p:cNvSpPr>
            <a:spLocks noGrp="1"/>
          </p:cNvSpPr>
          <p:nvPr>
            <p:ph type="body" sz="quarter" idx="42" hasCustomPrompt="1"/>
          </p:nvPr>
        </p:nvSpPr>
        <p:spPr>
          <a:xfrm>
            <a:off x="566154" y="4437609"/>
            <a:ext cx="829563" cy="501726"/>
          </a:xfrm>
          <a:prstGeom prst="rect">
            <a:avLst/>
          </a:prstGeom>
        </p:spPr>
        <p:txBody>
          <a:bodyPr rtlCol="0" anchor="ctr"/>
          <a:lstStyle>
            <a:lvl1pPr marL="0" indent="0" algn="ctr">
              <a:buNone/>
              <a:defRPr sz="1500" cap="none" spc="75" baseline="0">
                <a:solidFill>
                  <a:schemeClr val="accent5">
                    <a:lumMod val="50000"/>
                  </a:schemeClr>
                </a:solidFill>
                <a:latin typeface="+mj-lt"/>
              </a:defRPr>
            </a:lvl1pPr>
          </a:lstStyle>
          <a:p>
            <a:pPr lvl="0" rtl="0"/>
            <a:r>
              <a:rPr lang="en-GB" noProof="0"/>
              <a:t>Add year</a:t>
            </a:r>
          </a:p>
        </p:txBody>
      </p:sp>
      <p:sp>
        <p:nvSpPr>
          <p:cNvPr id="32" name="Text Placeholder 14">
            <a:extLst>
              <a:ext uri="{FF2B5EF4-FFF2-40B4-BE49-F238E27FC236}">
                <a16:creationId xmlns:a16="http://schemas.microsoft.com/office/drawing/2014/main" id="{40A55730-770B-4851-B7C1-A3AE260339EC}"/>
              </a:ext>
            </a:extLst>
          </p:cNvPr>
          <p:cNvSpPr>
            <a:spLocks noGrp="1"/>
          </p:cNvSpPr>
          <p:nvPr>
            <p:ph type="body" sz="quarter" idx="29" hasCustomPrompt="1"/>
          </p:nvPr>
        </p:nvSpPr>
        <p:spPr>
          <a:xfrm>
            <a:off x="1391282"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3" name="Text Placeholder 14">
            <a:extLst>
              <a:ext uri="{FF2B5EF4-FFF2-40B4-BE49-F238E27FC236}">
                <a16:creationId xmlns:a16="http://schemas.microsoft.com/office/drawing/2014/main" id="{32F5F67C-8450-4CC2-984C-18CEA2A424FA}"/>
              </a:ext>
            </a:extLst>
          </p:cNvPr>
          <p:cNvSpPr>
            <a:spLocks noGrp="1"/>
          </p:cNvSpPr>
          <p:nvPr>
            <p:ph type="body" sz="quarter" idx="30" hasCustomPrompt="1"/>
          </p:nvPr>
        </p:nvSpPr>
        <p:spPr>
          <a:xfrm>
            <a:off x="2032682"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4" name="Text Placeholder 14">
            <a:extLst>
              <a:ext uri="{FF2B5EF4-FFF2-40B4-BE49-F238E27FC236}">
                <a16:creationId xmlns:a16="http://schemas.microsoft.com/office/drawing/2014/main" id="{205940B1-D0A7-4FA0-8075-1DD875262A2B}"/>
              </a:ext>
            </a:extLst>
          </p:cNvPr>
          <p:cNvSpPr>
            <a:spLocks noGrp="1"/>
          </p:cNvSpPr>
          <p:nvPr>
            <p:ph type="body" sz="quarter" idx="31" hasCustomPrompt="1"/>
          </p:nvPr>
        </p:nvSpPr>
        <p:spPr>
          <a:xfrm>
            <a:off x="2674082"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5" name="Text Placeholder 14">
            <a:extLst>
              <a:ext uri="{FF2B5EF4-FFF2-40B4-BE49-F238E27FC236}">
                <a16:creationId xmlns:a16="http://schemas.microsoft.com/office/drawing/2014/main" id="{FF257E24-EF53-4359-8CF5-CC42A8F66184}"/>
              </a:ext>
            </a:extLst>
          </p:cNvPr>
          <p:cNvSpPr>
            <a:spLocks noGrp="1"/>
          </p:cNvSpPr>
          <p:nvPr>
            <p:ph type="body" sz="quarter" idx="32" hasCustomPrompt="1"/>
          </p:nvPr>
        </p:nvSpPr>
        <p:spPr>
          <a:xfrm>
            <a:off x="3315481"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6" name="Text Placeholder 14">
            <a:extLst>
              <a:ext uri="{FF2B5EF4-FFF2-40B4-BE49-F238E27FC236}">
                <a16:creationId xmlns:a16="http://schemas.microsoft.com/office/drawing/2014/main" id="{5A2166B8-0F7E-45E9-970E-79F921472A30}"/>
              </a:ext>
            </a:extLst>
          </p:cNvPr>
          <p:cNvSpPr>
            <a:spLocks noGrp="1"/>
          </p:cNvSpPr>
          <p:nvPr>
            <p:ph type="body" sz="quarter" idx="33" hasCustomPrompt="1"/>
          </p:nvPr>
        </p:nvSpPr>
        <p:spPr>
          <a:xfrm>
            <a:off x="3908781" y="4871997"/>
            <a:ext cx="499939"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7" name="Text Placeholder 14">
            <a:extLst>
              <a:ext uri="{FF2B5EF4-FFF2-40B4-BE49-F238E27FC236}">
                <a16:creationId xmlns:a16="http://schemas.microsoft.com/office/drawing/2014/main" id="{FF45DCBF-40C1-4B85-9196-4C0237FA8CE9}"/>
              </a:ext>
            </a:extLst>
          </p:cNvPr>
          <p:cNvSpPr>
            <a:spLocks noGrp="1"/>
          </p:cNvSpPr>
          <p:nvPr>
            <p:ph type="body" sz="quarter" idx="34" hasCustomPrompt="1"/>
          </p:nvPr>
        </p:nvSpPr>
        <p:spPr>
          <a:xfrm>
            <a:off x="4598282"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8" name="Text Placeholder 14">
            <a:extLst>
              <a:ext uri="{FF2B5EF4-FFF2-40B4-BE49-F238E27FC236}">
                <a16:creationId xmlns:a16="http://schemas.microsoft.com/office/drawing/2014/main" id="{E0182695-A664-4408-ACB6-D9273831D560}"/>
              </a:ext>
            </a:extLst>
          </p:cNvPr>
          <p:cNvSpPr>
            <a:spLocks noGrp="1"/>
          </p:cNvSpPr>
          <p:nvPr>
            <p:ph type="body" sz="quarter" idx="35" hasCustomPrompt="1"/>
          </p:nvPr>
        </p:nvSpPr>
        <p:spPr>
          <a:xfrm>
            <a:off x="5239680"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39" name="Text Placeholder 14">
            <a:extLst>
              <a:ext uri="{FF2B5EF4-FFF2-40B4-BE49-F238E27FC236}">
                <a16:creationId xmlns:a16="http://schemas.microsoft.com/office/drawing/2014/main" id="{2928531F-4FEC-4B06-9428-27244D33B936}"/>
              </a:ext>
            </a:extLst>
          </p:cNvPr>
          <p:cNvSpPr>
            <a:spLocks noGrp="1"/>
          </p:cNvSpPr>
          <p:nvPr>
            <p:ph type="body" sz="quarter" idx="36" hasCustomPrompt="1"/>
          </p:nvPr>
        </p:nvSpPr>
        <p:spPr>
          <a:xfrm>
            <a:off x="5881080"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40" name="Text Placeholder 14">
            <a:extLst>
              <a:ext uri="{FF2B5EF4-FFF2-40B4-BE49-F238E27FC236}">
                <a16:creationId xmlns:a16="http://schemas.microsoft.com/office/drawing/2014/main" id="{E678C8DB-AF28-4A99-B976-36F54BA279CD}"/>
              </a:ext>
            </a:extLst>
          </p:cNvPr>
          <p:cNvSpPr>
            <a:spLocks noGrp="1"/>
          </p:cNvSpPr>
          <p:nvPr>
            <p:ph type="body" sz="quarter" idx="37" hasCustomPrompt="1"/>
          </p:nvPr>
        </p:nvSpPr>
        <p:spPr>
          <a:xfrm>
            <a:off x="6522480"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41" name="Text Placeholder 14">
            <a:extLst>
              <a:ext uri="{FF2B5EF4-FFF2-40B4-BE49-F238E27FC236}">
                <a16:creationId xmlns:a16="http://schemas.microsoft.com/office/drawing/2014/main" id="{FB1CBFC6-0E9C-4ECA-A915-798C00479D6B}"/>
              </a:ext>
            </a:extLst>
          </p:cNvPr>
          <p:cNvSpPr>
            <a:spLocks noGrp="1"/>
          </p:cNvSpPr>
          <p:nvPr>
            <p:ph type="body" sz="quarter" idx="38" hasCustomPrompt="1"/>
          </p:nvPr>
        </p:nvSpPr>
        <p:spPr>
          <a:xfrm>
            <a:off x="7163879"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42" name="Text Placeholder 14">
            <a:extLst>
              <a:ext uri="{FF2B5EF4-FFF2-40B4-BE49-F238E27FC236}">
                <a16:creationId xmlns:a16="http://schemas.microsoft.com/office/drawing/2014/main" id="{B4EC71CB-AE6D-46A0-87B4-6E2BD6A1CF6F}"/>
              </a:ext>
            </a:extLst>
          </p:cNvPr>
          <p:cNvSpPr>
            <a:spLocks noGrp="1"/>
          </p:cNvSpPr>
          <p:nvPr>
            <p:ph type="body" sz="quarter" idx="39" hasCustomPrompt="1"/>
          </p:nvPr>
        </p:nvSpPr>
        <p:spPr>
          <a:xfrm>
            <a:off x="7805279"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sp>
        <p:nvSpPr>
          <p:cNvPr id="43" name="Text Placeholder 14">
            <a:extLst>
              <a:ext uri="{FF2B5EF4-FFF2-40B4-BE49-F238E27FC236}">
                <a16:creationId xmlns:a16="http://schemas.microsoft.com/office/drawing/2014/main" id="{16A1EE39-3790-4721-9E09-19024F590A96}"/>
              </a:ext>
            </a:extLst>
          </p:cNvPr>
          <p:cNvSpPr>
            <a:spLocks noGrp="1"/>
          </p:cNvSpPr>
          <p:nvPr>
            <p:ph type="body" sz="quarter" idx="40" hasCustomPrompt="1"/>
          </p:nvPr>
        </p:nvSpPr>
        <p:spPr>
          <a:xfrm>
            <a:off x="8446676" y="4871997"/>
            <a:ext cx="402431" cy="652272"/>
          </a:xfrm>
          <a:prstGeom prst="rect">
            <a:avLst/>
          </a:prstGeom>
        </p:spPr>
        <p:txBody>
          <a:bodyPr rtlCol="0"/>
          <a:lstStyle>
            <a:lvl1pPr marL="0" indent="0" algn="ctr">
              <a:lnSpc>
                <a:spcPct val="80000"/>
              </a:lnSpc>
              <a:spcBef>
                <a:spcPts val="0"/>
              </a:spcBef>
              <a:buNone/>
              <a:defRPr sz="900" cap="none" spc="75" baseline="0">
                <a:solidFill>
                  <a:schemeClr val="accent5">
                    <a:lumMod val="50000"/>
                  </a:schemeClr>
                </a:solidFill>
                <a:latin typeface="+mn-lt"/>
              </a:defRPr>
            </a:lvl1pPr>
          </a:lstStyle>
          <a:p>
            <a:pPr lvl="0" rtl="0"/>
            <a:r>
              <a:rPr lang="en-GB" noProof="0"/>
              <a:t>Click to add text</a:t>
            </a:r>
          </a:p>
        </p:txBody>
      </p:sp>
      <p:grpSp>
        <p:nvGrpSpPr>
          <p:cNvPr id="44" name="Group 43">
            <a:extLst>
              <a:ext uri="{FF2B5EF4-FFF2-40B4-BE49-F238E27FC236}">
                <a16:creationId xmlns:a16="http://schemas.microsoft.com/office/drawing/2014/main" id="{D4F8B141-9EE2-47E7-AF2A-94CECF90771C}"/>
              </a:ext>
              <a:ext uri="{C183D7F6-B498-43B3-948B-1728B52AA6E4}">
                <adec:decorative xmlns:adec="http://schemas.microsoft.com/office/drawing/2017/decorative" val="1"/>
              </a:ext>
            </a:extLst>
          </p:cNvPr>
          <p:cNvGrpSpPr/>
          <p:nvPr userDrawn="1"/>
        </p:nvGrpSpPr>
        <p:grpSpPr>
          <a:xfrm>
            <a:off x="1663254" y="4694680"/>
            <a:ext cx="6914473" cy="0"/>
            <a:chOff x="1504814" y="2488864"/>
            <a:chExt cx="8510121" cy="0"/>
          </a:xfrm>
        </p:grpSpPr>
        <p:cxnSp>
          <p:nvCxnSpPr>
            <p:cNvPr id="45" name="Straight Connector 44">
              <a:extLst>
                <a:ext uri="{FF2B5EF4-FFF2-40B4-BE49-F238E27FC236}">
                  <a16:creationId xmlns:a16="http://schemas.microsoft.com/office/drawing/2014/main" id="{0D73D561-653C-420E-BC66-5DA51DD36C89}"/>
                </a:ext>
              </a:extLst>
            </p:cNvPr>
            <p:cNvCxnSpPr>
              <a:cxnSpLocks/>
            </p:cNvCxnSpPr>
            <p:nvPr userDrawn="1"/>
          </p:nvCxnSpPr>
          <p:spPr>
            <a:xfrm>
              <a:off x="1504814"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3729D46-C590-474A-BF51-5B9D4359EB74}"/>
                </a:ext>
              </a:extLst>
            </p:cNvPr>
            <p:cNvCxnSpPr>
              <a:cxnSpLocks/>
            </p:cNvCxnSpPr>
            <p:nvPr userDrawn="1"/>
          </p:nvCxnSpPr>
          <p:spPr>
            <a:xfrm>
              <a:off x="2301137"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48D21A3-16A8-4ECB-832A-29159F1D20E9}"/>
                </a:ext>
              </a:extLst>
            </p:cNvPr>
            <p:cNvCxnSpPr>
              <a:cxnSpLocks/>
            </p:cNvCxnSpPr>
            <p:nvPr userDrawn="1"/>
          </p:nvCxnSpPr>
          <p:spPr>
            <a:xfrm>
              <a:off x="308377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B217E3B-A68A-4BBD-889D-C078F6616CB6}"/>
                </a:ext>
              </a:extLst>
            </p:cNvPr>
            <p:cNvCxnSpPr>
              <a:cxnSpLocks/>
            </p:cNvCxnSpPr>
            <p:nvPr userDrawn="1"/>
          </p:nvCxnSpPr>
          <p:spPr>
            <a:xfrm>
              <a:off x="388009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AC64796-B68D-4AE1-A16E-54663926A7FD}"/>
                </a:ext>
              </a:extLst>
            </p:cNvPr>
            <p:cNvCxnSpPr>
              <a:cxnSpLocks/>
            </p:cNvCxnSpPr>
            <p:nvPr userDrawn="1"/>
          </p:nvCxnSpPr>
          <p:spPr>
            <a:xfrm>
              <a:off x="465589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69D787A-5A6E-4ADB-BAAA-FC5EF3EF1BE0}"/>
                </a:ext>
              </a:extLst>
            </p:cNvPr>
            <p:cNvCxnSpPr>
              <a:cxnSpLocks/>
            </p:cNvCxnSpPr>
            <p:nvPr userDrawn="1"/>
          </p:nvCxnSpPr>
          <p:spPr>
            <a:xfrm>
              <a:off x="545221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371F89-9862-4F45-9CA4-A53BF2C3F720}"/>
                </a:ext>
              </a:extLst>
            </p:cNvPr>
            <p:cNvCxnSpPr>
              <a:cxnSpLocks/>
            </p:cNvCxnSpPr>
            <p:nvPr userDrawn="1"/>
          </p:nvCxnSpPr>
          <p:spPr>
            <a:xfrm>
              <a:off x="6234858"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19AC00F-FB14-4E51-ABB2-C72FB6C0A0F7}"/>
                </a:ext>
              </a:extLst>
            </p:cNvPr>
            <p:cNvCxnSpPr>
              <a:cxnSpLocks/>
            </p:cNvCxnSpPr>
            <p:nvPr userDrawn="1"/>
          </p:nvCxnSpPr>
          <p:spPr>
            <a:xfrm>
              <a:off x="7031181"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083D041-D6E2-4DFF-A37E-21E03F46AF94}"/>
                </a:ext>
              </a:extLst>
            </p:cNvPr>
            <p:cNvCxnSpPr>
              <a:cxnSpLocks/>
            </p:cNvCxnSpPr>
            <p:nvPr userDrawn="1"/>
          </p:nvCxnSpPr>
          <p:spPr>
            <a:xfrm>
              <a:off x="7813820"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4589E1D-9976-4550-917F-D88195CDCE9F}"/>
                </a:ext>
              </a:extLst>
            </p:cNvPr>
            <p:cNvCxnSpPr>
              <a:cxnSpLocks/>
            </p:cNvCxnSpPr>
            <p:nvPr userDrawn="1"/>
          </p:nvCxnSpPr>
          <p:spPr>
            <a:xfrm>
              <a:off x="8610143"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065CC16-DED3-4048-8705-CA87554422D7}"/>
                </a:ext>
              </a:extLst>
            </p:cNvPr>
            <p:cNvCxnSpPr>
              <a:cxnSpLocks/>
            </p:cNvCxnSpPr>
            <p:nvPr userDrawn="1"/>
          </p:nvCxnSpPr>
          <p:spPr>
            <a:xfrm>
              <a:off x="9399625"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3" name="Group 132">
            <a:extLst>
              <a:ext uri="{FF2B5EF4-FFF2-40B4-BE49-F238E27FC236}">
                <a16:creationId xmlns:a16="http://schemas.microsoft.com/office/drawing/2014/main" id="{4EDC1B45-4090-4B45-80FB-8DF542E67EC0}"/>
              </a:ext>
              <a:ext uri="{C183D7F6-B498-43B3-948B-1728B52AA6E4}">
                <adec:decorative xmlns:adec="http://schemas.microsoft.com/office/drawing/2017/decorative" val="1"/>
              </a:ext>
            </a:extLst>
          </p:cNvPr>
          <p:cNvGrpSpPr/>
          <p:nvPr userDrawn="1"/>
        </p:nvGrpSpPr>
        <p:grpSpPr>
          <a:xfrm>
            <a:off x="1521742" y="4599629"/>
            <a:ext cx="7197501" cy="174171"/>
            <a:chOff x="1835966" y="4162015"/>
            <a:chExt cx="8858463" cy="174171"/>
          </a:xfrm>
        </p:grpSpPr>
        <p:sp>
          <p:nvSpPr>
            <p:cNvPr id="90" name="Oval 234">
              <a:extLst>
                <a:ext uri="{FF2B5EF4-FFF2-40B4-BE49-F238E27FC236}">
                  <a16:creationId xmlns:a16="http://schemas.microsoft.com/office/drawing/2014/main" id="{1EFAF30E-1CB4-4DCC-B1A8-30450AECDE71}"/>
                </a:ext>
                <a:ext uri="{C183D7F6-B498-43B3-948B-1728B52AA6E4}">
                  <adec:decorative xmlns:adec="http://schemas.microsoft.com/office/drawing/2017/decorative" val="1"/>
                </a:ext>
              </a:extLst>
            </p:cNvPr>
            <p:cNvSpPr/>
            <p:nvPr userDrawn="1"/>
          </p:nvSpPr>
          <p:spPr>
            <a:xfrm>
              <a:off x="183596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1" name="Oval 236">
              <a:extLst>
                <a:ext uri="{FF2B5EF4-FFF2-40B4-BE49-F238E27FC236}">
                  <a16:creationId xmlns:a16="http://schemas.microsoft.com/office/drawing/2014/main" id="{A53911EE-BFCB-48ED-9821-C8FD0449842D}"/>
                </a:ext>
                <a:ext uri="{C183D7F6-B498-43B3-948B-1728B52AA6E4}">
                  <adec:decorative xmlns:adec="http://schemas.microsoft.com/office/drawing/2017/decorative" val="1"/>
                </a:ext>
              </a:extLst>
            </p:cNvPr>
            <p:cNvSpPr/>
            <p:nvPr userDrawn="1"/>
          </p:nvSpPr>
          <p:spPr>
            <a:xfrm>
              <a:off x="2625447"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2" name="Oval 238">
              <a:extLst>
                <a:ext uri="{FF2B5EF4-FFF2-40B4-BE49-F238E27FC236}">
                  <a16:creationId xmlns:a16="http://schemas.microsoft.com/office/drawing/2014/main" id="{AE84E691-02AF-4C42-B3B7-EE46E825C03F}"/>
                </a:ext>
                <a:ext uri="{C183D7F6-B498-43B3-948B-1728B52AA6E4}">
                  <adec:decorative xmlns:adec="http://schemas.microsoft.com/office/drawing/2017/decorative" val="1"/>
                </a:ext>
              </a:extLst>
            </p:cNvPr>
            <p:cNvSpPr/>
            <p:nvPr userDrawn="1"/>
          </p:nvSpPr>
          <p:spPr>
            <a:xfrm>
              <a:off x="341492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3" name="Oval 240">
              <a:extLst>
                <a:ext uri="{FF2B5EF4-FFF2-40B4-BE49-F238E27FC236}">
                  <a16:creationId xmlns:a16="http://schemas.microsoft.com/office/drawing/2014/main" id="{EB9041A9-2967-41AF-BE0A-A7476B97B2CA}"/>
                </a:ext>
                <a:ext uri="{C183D7F6-B498-43B3-948B-1728B52AA6E4}">
                  <adec:decorative xmlns:adec="http://schemas.microsoft.com/office/drawing/2017/decorative" val="1"/>
                </a:ext>
              </a:extLst>
            </p:cNvPr>
            <p:cNvSpPr/>
            <p:nvPr userDrawn="1"/>
          </p:nvSpPr>
          <p:spPr>
            <a:xfrm>
              <a:off x="4204409"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4" name="Oval 242">
              <a:extLst>
                <a:ext uri="{FF2B5EF4-FFF2-40B4-BE49-F238E27FC236}">
                  <a16:creationId xmlns:a16="http://schemas.microsoft.com/office/drawing/2014/main" id="{2B7F05AE-8C2E-43EB-BBA0-897D173AF613}"/>
                </a:ext>
                <a:ext uri="{C183D7F6-B498-43B3-948B-1728B52AA6E4}">
                  <adec:decorative xmlns:adec="http://schemas.microsoft.com/office/drawing/2017/decorative" val="1"/>
                </a:ext>
              </a:extLst>
            </p:cNvPr>
            <p:cNvSpPr/>
            <p:nvPr userDrawn="1"/>
          </p:nvSpPr>
          <p:spPr>
            <a:xfrm>
              <a:off x="4993890"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5" name="Oval 244">
              <a:extLst>
                <a:ext uri="{FF2B5EF4-FFF2-40B4-BE49-F238E27FC236}">
                  <a16:creationId xmlns:a16="http://schemas.microsoft.com/office/drawing/2014/main" id="{4248E8A5-3D01-49ED-BEC6-0D27C4C50B7E}"/>
                </a:ext>
                <a:ext uri="{C183D7F6-B498-43B3-948B-1728B52AA6E4}">
                  <adec:decorative xmlns:adec="http://schemas.microsoft.com/office/drawing/2017/decorative" val="1"/>
                </a:ext>
              </a:extLst>
            </p:cNvPr>
            <p:cNvSpPr/>
            <p:nvPr userDrawn="1"/>
          </p:nvSpPr>
          <p:spPr>
            <a:xfrm>
              <a:off x="5783371"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6" name="Oval 246">
              <a:extLst>
                <a:ext uri="{FF2B5EF4-FFF2-40B4-BE49-F238E27FC236}">
                  <a16:creationId xmlns:a16="http://schemas.microsoft.com/office/drawing/2014/main" id="{A50B1FA2-FFAB-4A04-8C04-CF6BC1BCDC98}"/>
                </a:ext>
                <a:ext uri="{C183D7F6-B498-43B3-948B-1728B52AA6E4}">
                  <adec:decorative xmlns:adec="http://schemas.microsoft.com/office/drawing/2017/decorative" val="1"/>
                </a:ext>
              </a:extLst>
            </p:cNvPr>
            <p:cNvSpPr/>
            <p:nvPr userDrawn="1"/>
          </p:nvSpPr>
          <p:spPr>
            <a:xfrm>
              <a:off x="6572852"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7" name="Oval 248">
              <a:extLst>
                <a:ext uri="{FF2B5EF4-FFF2-40B4-BE49-F238E27FC236}">
                  <a16:creationId xmlns:a16="http://schemas.microsoft.com/office/drawing/2014/main" id="{B70F9284-E3A9-4E8C-9C28-93D985513A99}"/>
                </a:ext>
                <a:ext uri="{C183D7F6-B498-43B3-948B-1728B52AA6E4}">
                  <adec:decorative xmlns:adec="http://schemas.microsoft.com/office/drawing/2017/decorative" val="1"/>
                </a:ext>
              </a:extLst>
            </p:cNvPr>
            <p:cNvSpPr/>
            <p:nvPr userDrawn="1"/>
          </p:nvSpPr>
          <p:spPr>
            <a:xfrm>
              <a:off x="7362333"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8" name="Oval 250">
              <a:extLst>
                <a:ext uri="{FF2B5EF4-FFF2-40B4-BE49-F238E27FC236}">
                  <a16:creationId xmlns:a16="http://schemas.microsoft.com/office/drawing/2014/main" id="{494AA308-491E-44AE-A81D-E62D362FC479}"/>
                </a:ext>
                <a:ext uri="{C183D7F6-B498-43B3-948B-1728B52AA6E4}">
                  <adec:decorative xmlns:adec="http://schemas.microsoft.com/office/drawing/2017/decorative" val="1"/>
                </a:ext>
              </a:extLst>
            </p:cNvPr>
            <p:cNvSpPr/>
            <p:nvPr userDrawn="1"/>
          </p:nvSpPr>
          <p:spPr>
            <a:xfrm>
              <a:off x="8151814"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99" name="Oval 252">
              <a:extLst>
                <a:ext uri="{FF2B5EF4-FFF2-40B4-BE49-F238E27FC236}">
                  <a16:creationId xmlns:a16="http://schemas.microsoft.com/office/drawing/2014/main" id="{03B58A61-0691-4D1F-9A25-7CCB12DA9159}"/>
                </a:ext>
                <a:ext uri="{C183D7F6-B498-43B3-948B-1728B52AA6E4}">
                  <adec:decorative xmlns:adec="http://schemas.microsoft.com/office/drawing/2017/decorative" val="1"/>
                </a:ext>
              </a:extLst>
            </p:cNvPr>
            <p:cNvSpPr/>
            <p:nvPr userDrawn="1"/>
          </p:nvSpPr>
          <p:spPr>
            <a:xfrm>
              <a:off x="8941295"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00" name="Oval 254">
              <a:extLst>
                <a:ext uri="{FF2B5EF4-FFF2-40B4-BE49-F238E27FC236}">
                  <a16:creationId xmlns:a16="http://schemas.microsoft.com/office/drawing/2014/main" id="{57F5DE50-7369-4681-A8F6-5E935A517811}"/>
                </a:ext>
                <a:ext uri="{C183D7F6-B498-43B3-948B-1728B52AA6E4}">
                  <adec:decorative xmlns:adec="http://schemas.microsoft.com/office/drawing/2017/decorative" val="1"/>
                </a:ext>
              </a:extLst>
            </p:cNvPr>
            <p:cNvSpPr/>
            <p:nvPr userDrawn="1"/>
          </p:nvSpPr>
          <p:spPr>
            <a:xfrm>
              <a:off x="973077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01" name="Oval 256">
              <a:extLst>
                <a:ext uri="{FF2B5EF4-FFF2-40B4-BE49-F238E27FC236}">
                  <a16:creationId xmlns:a16="http://schemas.microsoft.com/office/drawing/2014/main" id="{4C666F7C-EBDE-456E-B607-1E0FA692438A}"/>
                </a:ext>
                <a:ext uri="{C183D7F6-B498-43B3-948B-1728B52AA6E4}">
                  <adec:decorative xmlns:adec="http://schemas.microsoft.com/office/drawing/2017/decorative" val="1"/>
                </a:ext>
              </a:extLst>
            </p:cNvPr>
            <p:cNvSpPr/>
            <p:nvPr userDrawn="1"/>
          </p:nvSpPr>
          <p:spPr>
            <a:xfrm>
              <a:off x="10520258"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grpSp>
      <p:grpSp>
        <p:nvGrpSpPr>
          <p:cNvPr id="105" name="Group 104">
            <a:extLst>
              <a:ext uri="{FF2B5EF4-FFF2-40B4-BE49-F238E27FC236}">
                <a16:creationId xmlns:a16="http://schemas.microsoft.com/office/drawing/2014/main" id="{FFFF66A7-062A-4A45-8A10-A8F847AF1847}"/>
              </a:ext>
              <a:ext uri="{C183D7F6-B498-43B3-948B-1728B52AA6E4}">
                <adec:decorative xmlns:adec="http://schemas.microsoft.com/office/drawing/2017/decorative" val="1"/>
              </a:ext>
            </a:extLst>
          </p:cNvPr>
          <p:cNvGrpSpPr/>
          <p:nvPr userDrawn="1"/>
        </p:nvGrpSpPr>
        <p:grpSpPr>
          <a:xfrm>
            <a:off x="1665129" y="2999128"/>
            <a:ext cx="6914473" cy="0"/>
            <a:chOff x="1504814" y="2488864"/>
            <a:chExt cx="8510121" cy="0"/>
          </a:xfrm>
        </p:grpSpPr>
        <p:cxnSp>
          <p:nvCxnSpPr>
            <p:cNvPr id="106" name="Straight Connector 105">
              <a:extLst>
                <a:ext uri="{FF2B5EF4-FFF2-40B4-BE49-F238E27FC236}">
                  <a16:creationId xmlns:a16="http://schemas.microsoft.com/office/drawing/2014/main" id="{A2090933-BFE5-4598-998F-C2857039426F}"/>
                </a:ext>
              </a:extLst>
            </p:cNvPr>
            <p:cNvCxnSpPr>
              <a:cxnSpLocks/>
            </p:cNvCxnSpPr>
            <p:nvPr userDrawn="1"/>
          </p:nvCxnSpPr>
          <p:spPr>
            <a:xfrm>
              <a:off x="1504814"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7E50B9E-AD14-448E-B2DF-ED1D0F490865}"/>
                </a:ext>
              </a:extLst>
            </p:cNvPr>
            <p:cNvCxnSpPr>
              <a:cxnSpLocks/>
            </p:cNvCxnSpPr>
            <p:nvPr userDrawn="1"/>
          </p:nvCxnSpPr>
          <p:spPr>
            <a:xfrm>
              <a:off x="2301137"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F782020-9AE0-4B20-ACD4-057C60173A6C}"/>
                </a:ext>
              </a:extLst>
            </p:cNvPr>
            <p:cNvCxnSpPr>
              <a:cxnSpLocks/>
            </p:cNvCxnSpPr>
            <p:nvPr userDrawn="1"/>
          </p:nvCxnSpPr>
          <p:spPr>
            <a:xfrm>
              <a:off x="308377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E1A502D-7651-4CBE-81DE-FF4F102DAA73}"/>
                </a:ext>
              </a:extLst>
            </p:cNvPr>
            <p:cNvCxnSpPr>
              <a:cxnSpLocks/>
            </p:cNvCxnSpPr>
            <p:nvPr userDrawn="1"/>
          </p:nvCxnSpPr>
          <p:spPr>
            <a:xfrm>
              <a:off x="388009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4C29AAF-4E83-44DA-A084-3FF3C70F6155}"/>
                </a:ext>
              </a:extLst>
            </p:cNvPr>
            <p:cNvCxnSpPr>
              <a:cxnSpLocks/>
            </p:cNvCxnSpPr>
            <p:nvPr userDrawn="1"/>
          </p:nvCxnSpPr>
          <p:spPr>
            <a:xfrm>
              <a:off x="465589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C5616E9-1DAC-4713-A257-8682DD24AC5C}"/>
                </a:ext>
              </a:extLst>
            </p:cNvPr>
            <p:cNvCxnSpPr>
              <a:cxnSpLocks/>
            </p:cNvCxnSpPr>
            <p:nvPr userDrawn="1"/>
          </p:nvCxnSpPr>
          <p:spPr>
            <a:xfrm>
              <a:off x="545221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ACDC726D-AB0E-4ED3-82DB-9DD54ADB100A}"/>
                </a:ext>
              </a:extLst>
            </p:cNvPr>
            <p:cNvCxnSpPr>
              <a:cxnSpLocks/>
            </p:cNvCxnSpPr>
            <p:nvPr userDrawn="1"/>
          </p:nvCxnSpPr>
          <p:spPr>
            <a:xfrm>
              <a:off x="6234858"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2F1E4A6-E07E-4550-AB72-53438E0C4F0E}"/>
                </a:ext>
              </a:extLst>
            </p:cNvPr>
            <p:cNvCxnSpPr>
              <a:cxnSpLocks/>
            </p:cNvCxnSpPr>
            <p:nvPr userDrawn="1"/>
          </p:nvCxnSpPr>
          <p:spPr>
            <a:xfrm>
              <a:off x="7031181"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6B638F82-2127-4858-AA45-F08A1CADABB9}"/>
                </a:ext>
              </a:extLst>
            </p:cNvPr>
            <p:cNvCxnSpPr>
              <a:cxnSpLocks/>
            </p:cNvCxnSpPr>
            <p:nvPr userDrawn="1"/>
          </p:nvCxnSpPr>
          <p:spPr>
            <a:xfrm>
              <a:off x="7813820"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28005E8-9894-4966-8BDE-95577A6039DC}"/>
                </a:ext>
              </a:extLst>
            </p:cNvPr>
            <p:cNvCxnSpPr>
              <a:cxnSpLocks/>
            </p:cNvCxnSpPr>
            <p:nvPr userDrawn="1"/>
          </p:nvCxnSpPr>
          <p:spPr>
            <a:xfrm>
              <a:off x="8610143"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FFBFEB2-9943-4D83-86DB-1A86AC15E8EF}"/>
                </a:ext>
              </a:extLst>
            </p:cNvPr>
            <p:cNvCxnSpPr>
              <a:cxnSpLocks/>
            </p:cNvCxnSpPr>
            <p:nvPr userDrawn="1"/>
          </p:nvCxnSpPr>
          <p:spPr>
            <a:xfrm>
              <a:off x="9399625"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67045F09-8CF5-4E51-A65C-54F8BF015868}"/>
              </a:ext>
              <a:ext uri="{C183D7F6-B498-43B3-948B-1728B52AA6E4}">
                <adec:decorative xmlns:adec="http://schemas.microsoft.com/office/drawing/2017/decorative" val="1"/>
              </a:ext>
            </a:extLst>
          </p:cNvPr>
          <p:cNvGrpSpPr/>
          <p:nvPr userDrawn="1"/>
        </p:nvGrpSpPr>
        <p:grpSpPr>
          <a:xfrm>
            <a:off x="1521742" y="2903404"/>
            <a:ext cx="7197501" cy="174171"/>
            <a:chOff x="1835966" y="4162015"/>
            <a:chExt cx="8858463" cy="174171"/>
          </a:xfrm>
        </p:grpSpPr>
        <p:sp>
          <p:nvSpPr>
            <p:cNvPr id="135" name="Oval 234">
              <a:extLst>
                <a:ext uri="{FF2B5EF4-FFF2-40B4-BE49-F238E27FC236}">
                  <a16:creationId xmlns:a16="http://schemas.microsoft.com/office/drawing/2014/main" id="{09B4CFFD-0C29-4685-915E-4DC40D4DFD91}"/>
                </a:ext>
                <a:ext uri="{C183D7F6-B498-43B3-948B-1728B52AA6E4}">
                  <adec:decorative xmlns:adec="http://schemas.microsoft.com/office/drawing/2017/decorative" val="1"/>
                </a:ext>
              </a:extLst>
            </p:cNvPr>
            <p:cNvSpPr/>
            <p:nvPr userDrawn="1"/>
          </p:nvSpPr>
          <p:spPr>
            <a:xfrm>
              <a:off x="183596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36" name="Oval 236">
              <a:extLst>
                <a:ext uri="{FF2B5EF4-FFF2-40B4-BE49-F238E27FC236}">
                  <a16:creationId xmlns:a16="http://schemas.microsoft.com/office/drawing/2014/main" id="{736381B7-7D05-4040-9A1B-1918415768F3}"/>
                </a:ext>
                <a:ext uri="{C183D7F6-B498-43B3-948B-1728B52AA6E4}">
                  <adec:decorative xmlns:adec="http://schemas.microsoft.com/office/drawing/2017/decorative" val="1"/>
                </a:ext>
              </a:extLst>
            </p:cNvPr>
            <p:cNvSpPr/>
            <p:nvPr userDrawn="1"/>
          </p:nvSpPr>
          <p:spPr>
            <a:xfrm>
              <a:off x="2625447"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37" name="Oval 238">
              <a:extLst>
                <a:ext uri="{FF2B5EF4-FFF2-40B4-BE49-F238E27FC236}">
                  <a16:creationId xmlns:a16="http://schemas.microsoft.com/office/drawing/2014/main" id="{4F77152F-41F4-45EC-B530-B38C5111C2BA}"/>
                </a:ext>
                <a:ext uri="{C183D7F6-B498-43B3-948B-1728B52AA6E4}">
                  <adec:decorative xmlns:adec="http://schemas.microsoft.com/office/drawing/2017/decorative" val="1"/>
                </a:ext>
              </a:extLst>
            </p:cNvPr>
            <p:cNvSpPr/>
            <p:nvPr userDrawn="1"/>
          </p:nvSpPr>
          <p:spPr>
            <a:xfrm>
              <a:off x="341492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38" name="Oval 240">
              <a:extLst>
                <a:ext uri="{FF2B5EF4-FFF2-40B4-BE49-F238E27FC236}">
                  <a16:creationId xmlns:a16="http://schemas.microsoft.com/office/drawing/2014/main" id="{8FB428D5-0A0E-4CF3-A223-9F4F7B386105}"/>
                </a:ext>
                <a:ext uri="{C183D7F6-B498-43B3-948B-1728B52AA6E4}">
                  <adec:decorative xmlns:adec="http://schemas.microsoft.com/office/drawing/2017/decorative" val="1"/>
                </a:ext>
              </a:extLst>
            </p:cNvPr>
            <p:cNvSpPr/>
            <p:nvPr userDrawn="1"/>
          </p:nvSpPr>
          <p:spPr>
            <a:xfrm>
              <a:off x="4204409"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39" name="Oval 242">
              <a:extLst>
                <a:ext uri="{FF2B5EF4-FFF2-40B4-BE49-F238E27FC236}">
                  <a16:creationId xmlns:a16="http://schemas.microsoft.com/office/drawing/2014/main" id="{A4275727-B33C-4EB0-9E6E-7CE33560321C}"/>
                </a:ext>
                <a:ext uri="{C183D7F6-B498-43B3-948B-1728B52AA6E4}">
                  <adec:decorative xmlns:adec="http://schemas.microsoft.com/office/drawing/2017/decorative" val="1"/>
                </a:ext>
              </a:extLst>
            </p:cNvPr>
            <p:cNvSpPr/>
            <p:nvPr userDrawn="1"/>
          </p:nvSpPr>
          <p:spPr>
            <a:xfrm>
              <a:off x="4993890"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0" name="Oval 244">
              <a:extLst>
                <a:ext uri="{FF2B5EF4-FFF2-40B4-BE49-F238E27FC236}">
                  <a16:creationId xmlns:a16="http://schemas.microsoft.com/office/drawing/2014/main" id="{7998F366-05B2-42D3-9B4E-CD7F91FB9396}"/>
                </a:ext>
                <a:ext uri="{C183D7F6-B498-43B3-948B-1728B52AA6E4}">
                  <adec:decorative xmlns:adec="http://schemas.microsoft.com/office/drawing/2017/decorative" val="1"/>
                </a:ext>
              </a:extLst>
            </p:cNvPr>
            <p:cNvSpPr/>
            <p:nvPr userDrawn="1"/>
          </p:nvSpPr>
          <p:spPr>
            <a:xfrm>
              <a:off x="5783371"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1" name="Oval 246">
              <a:extLst>
                <a:ext uri="{FF2B5EF4-FFF2-40B4-BE49-F238E27FC236}">
                  <a16:creationId xmlns:a16="http://schemas.microsoft.com/office/drawing/2014/main" id="{8593BF6C-17E2-4AB7-85D7-0B93D2376884}"/>
                </a:ext>
                <a:ext uri="{C183D7F6-B498-43B3-948B-1728B52AA6E4}">
                  <adec:decorative xmlns:adec="http://schemas.microsoft.com/office/drawing/2017/decorative" val="1"/>
                </a:ext>
              </a:extLst>
            </p:cNvPr>
            <p:cNvSpPr/>
            <p:nvPr userDrawn="1"/>
          </p:nvSpPr>
          <p:spPr>
            <a:xfrm>
              <a:off x="6572852"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2" name="Oval 248">
              <a:extLst>
                <a:ext uri="{FF2B5EF4-FFF2-40B4-BE49-F238E27FC236}">
                  <a16:creationId xmlns:a16="http://schemas.microsoft.com/office/drawing/2014/main" id="{74F85EBE-E43B-4B81-85F1-89969EC56D55}"/>
                </a:ext>
                <a:ext uri="{C183D7F6-B498-43B3-948B-1728B52AA6E4}">
                  <adec:decorative xmlns:adec="http://schemas.microsoft.com/office/drawing/2017/decorative" val="1"/>
                </a:ext>
              </a:extLst>
            </p:cNvPr>
            <p:cNvSpPr/>
            <p:nvPr userDrawn="1"/>
          </p:nvSpPr>
          <p:spPr>
            <a:xfrm>
              <a:off x="7362333"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3" name="Oval 250">
              <a:extLst>
                <a:ext uri="{FF2B5EF4-FFF2-40B4-BE49-F238E27FC236}">
                  <a16:creationId xmlns:a16="http://schemas.microsoft.com/office/drawing/2014/main" id="{16C21525-8829-45F3-8C9F-05274678E7C1}"/>
                </a:ext>
                <a:ext uri="{C183D7F6-B498-43B3-948B-1728B52AA6E4}">
                  <adec:decorative xmlns:adec="http://schemas.microsoft.com/office/drawing/2017/decorative" val="1"/>
                </a:ext>
              </a:extLst>
            </p:cNvPr>
            <p:cNvSpPr/>
            <p:nvPr userDrawn="1"/>
          </p:nvSpPr>
          <p:spPr>
            <a:xfrm>
              <a:off x="8151814"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4" name="Oval 252">
              <a:extLst>
                <a:ext uri="{FF2B5EF4-FFF2-40B4-BE49-F238E27FC236}">
                  <a16:creationId xmlns:a16="http://schemas.microsoft.com/office/drawing/2014/main" id="{8FFF03BC-2EFF-4AF5-B788-A1FEA5378092}"/>
                </a:ext>
                <a:ext uri="{C183D7F6-B498-43B3-948B-1728B52AA6E4}">
                  <adec:decorative xmlns:adec="http://schemas.microsoft.com/office/drawing/2017/decorative" val="1"/>
                </a:ext>
              </a:extLst>
            </p:cNvPr>
            <p:cNvSpPr/>
            <p:nvPr userDrawn="1"/>
          </p:nvSpPr>
          <p:spPr>
            <a:xfrm>
              <a:off x="8941295"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5" name="Oval 254">
              <a:extLst>
                <a:ext uri="{FF2B5EF4-FFF2-40B4-BE49-F238E27FC236}">
                  <a16:creationId xmlns:a16="http://schemas.microsoft.com/office/drawing/2014/main" id="{D811BD14-6461-4DD9-9A2C-BFC2C955390B}"/>
                </a:ext>
                <a:ext uri="{C183D7F6-B498-43B3-948B-1728B52AA6E4}">
                  <adec:decorative xmlns:adec="http://schemas.microsoft.com/office/drawing/2017/decorative" val="1"/>
                </a:ext>
              </a:extLst>
            </p:cNvPr>
            <p:cNvSpPr/>
            <p:nvPr userDrawn="1"/>
          </p:nvSpPr>
          <p:spPr>
            <a:xfrm>
              <a:off x="973077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46" name="Oval 256">
              <a:extLst>
                <a:ext uri="{FF2B5EF4-FFF2-40B4-BE49-F238E27FC236}">
                  <a16:creationId xmlns:a16="http://schemas.microsoft.com/office/drawing/2014/main" id="{929BB859-9DB9-433D-8C7B-91E7FED48B59}"/>
                </a:ext>
                <a:ext uri="{C183D7F6-B498-43B3-948B-1728B52AA6E4}">
                  <adec:decorative xmlns:adec="http://schemas.microsoft.com/office/drawing/2017/decorative" val="1"/>
                </a:ext>
              </a:extLst>
            </p:cNvPr>
            <p:cNvSpPr/>
            <p:nvPr userDrawn="1"/>
          </p:nvSpPr>
          <p:spPr>
            <a:xfrm>
              <a:off x="1052025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grpSp>
      <p:pic>
        <p:nvPicPr>
          <p:cNvPr id="159" name="Graphic 158">
            <a:extLst>
              <a:ext uri="{FF2B5EF4-FFF2-40B4-BE49-F238E27FC236}">
                <a16:creationId xmlns:a16="http://schemas.microsoft.com/office/drawing/2014/main" id="{A24C8354-AD07-4B50-9334-314D6B2B10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 y="6237136"/>
            <a:ext cx="9905999" cy="620867"/>
          </a:xfrm>
          <a:prstGeom prst="rect">
            <a:avLst/>
          </a:prstGeom>
        </p:spPr>
      </p:pic>
      <p:sp>
        <p:nvSpPr>
          <p:cNvPr id="160" name="Date Placeholder 2">
            <a:extLst>
              <a:ext uri="{FF2B5EF4-FFF2-40B4-BE49-F238E27FC236}">
                <a16:creationId xmlns:a16="http://schemas.microsoft.com/office/drawing/2014/main" id="{D3F09D93-A56A-41E4-A3BA-42472B0A3850}"/>
              </a:ext>
            </a:extLst>
          </p:cNvPr>
          <p:cNvSpPr>
            <a:spLocks noGrp="1"/>
          </p:cNvSpPr>
          <p:nvPr>
            <p:ph type="dt" sz="half" idx="10"/>
          </p:nvPr>
        </p:nvSpPr>
        <p:spPr>
          <a:xfrm>
            <a:off x="681038" y="6356353"/>
            <a:ext cx="2228850" cy="365125"/>
          </a:xfrm>
          <a:prstGeom prst="rect">
            <a:avLst/>
          </a:prstGeom>
        </p:spPr>
        <p:txBody>
          <a:bodyPr rtlCol="0"/>
          <a:lstStyle>
            <a:lvl1pPr>
              <a:defRPr>
                <a:solidFill>
                  <a:schemeClr val="bg1"/>
                </a:solidFill>
              </a:defRPr>
            </a:lvl1pPr>
          </a:lstStyle>
          <a:p>
            <a:pPr rtl="0"/>
            <a:r>
              <a:rPr lang="en-GB" noProof="0"/>
              <a:t>20XX</a:t>
            </a:r>
          </a:p>
        </p:txBody>
      </p:sp>
      <p:sp>
        <p:nvSpPr>
          <p:cNvPr id="161" name="Footer Placeholder 3">
            <a:extLst>
              <a:ext uri="{FF2B5EF4-FFF2-40B4-BE49-F238E27FC236}">
                <a16:creationId xmlns:a16="http://schemas.microsoft.com/office/drawing/2014/main" id="{5951592E-5737-43C9-B6B0-D134076610B8}"/>
              </a:ext>
            </a:extLst>
          </p:cNvPr>
          <p:cNvSpPr>
            <a:spLocks noGrp="1"/>
          </p:cNvSpPr>
          <p:nvPr>
            <p:ph type="ftr" sz="quarter" idx="11"/>
          </p:nvPr>
        </p:nvSpPr>
        <p:spPr>
          <a:xfrm>
            <a:off x="3281364" y="6356353"/>
            <a:ext cx="3343275" cy="365125"/>
          </a:xfrm>
          <a:prstGeom prst="rect">
            <a:avLst/>
          </a:prstGeom>
        </p:spPr>
        <p:txBody>
          <a:bodyPr rtlCol="0"/>
          <a:lstStyle>
            <a:lvl1pPr>
              <a:defRPr>
                <a:solidFill>
                  <a:schemeClr val="bg1"/>
                </a:solidFill>
              </a:defRPr>
            </a:lvl1pPr>
          </a:lstStyle>
          <a:p>
            <a:pPr rtl="0"/>
            <a:r>
              <a:rPr lang="en-GB" noProof="0"/>
              <a:t>Pitch deck</a:t>
            </a:r>
          </a:p>
        </p:txBody>
      </p:sp>
      <p:sp>
        <p:nvSpPr>
          <p:cNvPr id="162" name="Slide Number Placeholder 4">
            <a:extLst>
              <a:ext uri="{FF2B5EF4-FFF2-40B4-BE49-F238E27FC236}">
                <a16:creationId xmlns:a16="http://schemas.microsoft.com/office/drawing/2014/main" id="{3B542197-0399-4FBD-A10C-B97A68AA2A07}"/>
              </a:ext>
            </a:extLst>
          </p:cNvPr>
          <p:cNvSpPr>
            <a:spLocks noGrp="1"/>
          </p:cNvSpPr>
          <p:nvPr>
            <p:ph type="sldNum" sz="quarter" idx="12"/>
          </p:nvPr>
        </p:nvSpPr>
        <p:spPr>
          <a:xfrm>
            <a:off x="6996113" y="6356353"/>
            <a:ext cx="2228850" cy="365125"/>
          </a:xfrm>
          <a:prstGeom prst="rect">
            <a:avLst/>
          </a:prstGeom>
        </p:spPr>
        <p:txBody>
          <a:bodyPr rtlCol="0"/>
          <a:lstStyle>
            <a:lvl1pPr>
              <a:defRPr>
                <a:solidFill>
                  <a:schemeClr val="bg1"/>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3706256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666029" y="317742"/>
            <a:ext cx="3343275" cy="623923"/>
          </a:xfrm>
          <a:prstGeom prst="rect">
            <a:avLst/>
          </a:prstGeom>
        </p:spPr>
        <p:txBody>
          <a:bodyPr rtlCol="0" anchor="ctr"/>
          <a:lstStyle>
            <a:lvl1pPr>
              <a:defRPr sz="1800" cap="all" spc="75" baseline="0">
                <a:solidFill>
                  <a:schemeClr val="tx2"/>
                </a:solidFill>
              </a:defRPr>
            </a:lvl1pPr>
          </a:lstStyle>
          <a:p>
            <a:pPr rtl="0"/>
            <a:r>
              <a:rPr lang="en-GB" noProof="0"/>
              <a:t>Click to add title</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742951" y="905859"/>
            <a:ext cx="4679553" cy="5047269"/>
          </a:xfrm>
          <a:prstGeom prst="rect">
            <a:avLst/>
          </a:prstGeom>
        </p:spPr>
        <p:txBody>
          <a:bodyPr rtlCol="0"/>
          <a:lstStyle>
            <a:lvl1pPr marL="0" indent="0">
              <a:buNone/>
              <a:defRPr sz="1350" cap="all" baseline="0">
                <a:solidFill>
                  <a:schemeClr val="accent5">
                    <a:lumMod val="50000"/>
                  </a:schemeClr>
                </a:solidFill>
              </a:defRPr>
            </a:lvl1pPr>
            <a:lvl2pPr marL="342909" indent="0">
              <a:buNone/>
              <a:defRPr sz="1200" cap="all" baseline="0">
                <a:solidFill>
                  <a:schemeClr val="accent5">
                    <a:lumMod val="50000"/>
                  </a:schemeClr>
                </a:solidFill>
              </a:defRPr>
            </a:lvl2pPr>
            <a:lvl3pPr marL="685817" indent="0">
              <a:buNone/>
              <a:defRPr sz="1050" cap="all" baseline="0">
                <a:solidFill>
                  <a:schemeClr val="accent5">
                    <a:lumMod val="50000"/>
                  </a:schemeClr>
                </a:solidFill>
              </a:defRPr>
            </a:lvl3pPr>
            <a:lvl4pPr marL="1028726" indent="0">
              <a:buNone/>
              <a:defRPr sz="900" cap="all" baseline="0">
                <a:solidFill>
                  <a:schemeClr val="accent5">
                    <a:lumMod val="50000"/>
                  </a:schemeClr>
                </a:solidFill>
              </a:defRPr>
            </a:lvl4pPr>
            <a:lvl5pPr marL="1371634" indent="0">
              <a:buNone/>
              <a:defRPr sz="900" cap="all" baseline="0">
                <a:solidFill>
                  <a:schemeClr val="accent5">
                    <a:lumMod val="50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681038" y="6356353"/>
            <a:ext cx="2228850" cy="365125"/>
          </a:xfrm>
          <a:prstGeom prst="rect">
            <a:avLst/>
          </a:prstGeom>
        </p:spPr>
        <p:txBody>
          <a:bodyPr rtlCol="0"/>
          <a:lstStyle/>
          <a:p>
            <a:pPr rtl="0"/>
            <a:r>
              <a:rPr lang="en-GB" noProof="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3281364" y="6356353"/>
            <a:ext cx="3343275" cy="365125"/>
          </a:xfrm>
          <a:prstGeom prst="rect">
            <a:avLst/>
          </a:prstGeom>
        </p:spPr>
        <p:txBody>
          <a:bodyPr rtlCol="0"/>
          <a:lstStyle/>
          <a:p>
            <a:pPr rtl="0"/>
            <a:r>
              <a:rPr lang="en-GB" noProof="0"/>
              <a:t>Pitch deck</a:t>
            </a:r>
          </a:p>
        </p:txBody>
      </p:sp>
      <p:sp>
        <p:nvSpPr>
          <p:cNvPr id="8" name="Picture Placeholder 8">
            <a:extLst>
              <a:ext uri="{FF2B5EF4-FFF2-40B4-BE49-F238E27FC236}">
                <a16:creationId xmlns:a16="http://schemas.microsoft.com/office/drawing/2014/main" id="{A6BF61C1-4A8C-44D4-901D-E065B7B42A25}"/>
              </a:ext>
            </a:extLst>
          </p:cNvPr>
          <p:cNvSpPr>
            <a:spLocks noGrp="1"/>
          </p:cNvSpPr>
          <p:nvPr>
            <p:ph type="pic" sz="quarter" idx="14" hasCustomPrompt="1"/>
          </p:nvPr>
        </p:nvSpPr>
        <p:spPr>
          <a:xfrm>
            <a:off x="6173562" y="0"/>
            <a:ext cx="3732438" cy="6858000"/>
          </a:xfrm>
          <a:prstGeom prst="rect">
            <a:avLst/>
          </a:prstGeom>
        </p:spPr>
        <p:txBody>
          <a:bodyPr rtlCol="0"/>
          <a:lstStyle>
            <a:lvl1pPr marL="0" indent="0" algn="ctr">
              <a:buNone/>
              <a:defRPr/>
            </a:lvl1pPr>
          </a:lstStyle>
          <a:p>
            <a:pPr rtl="0"/>
            <a:r>
              <a:rPr lang="en-GB" noProof="0"/>
              <a:t>Click to add photo</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6996113" y="6356353"/>
            <a:ext cx="222885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378806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ur Team 4-Up">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7726902C-381D-4629-AF04-0689A76C513B}"/>
              </a:ext>
              <a:ext uri="{C183D7F6-B498-43B3-948B-1728B52AA6E4}">
                <adec:decorative xmlns:adec="http://schemas.microsoft.com/office/drawing/2017/decorative" val="1"/>
              </a:ext>
            </a:extLst>
          </p:cNvPr>
          <p:cNvSpPr/>
          <p:nvPr userDrawn="1"/>
        </p:nvSpPr>
        <p:spPr>
          <a:xfrm>
            <a:off x="-1" y="4354289"/>
            <a:ext cx="9906001" cy="2503713"/>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F480C3F3-53A4-4049-96CE-C6C4EB9DA62C}"/>
              </a:ext>
            </a:extLst>
          </p:cNvPr>
          <p:cNvSpPr>
            <a:spLocks noGrp="1"/>
          </p:cNvSpPr>
          <p:nvPr>
            <p:ph type="title" hasCustomPrompt="1"/>
          </p:nvPr>
        </p:nvSpPr>
        <p:spPr>
          <a:xfrm>
            <a:off x="3281364" y="544288"/>
            <a:ext cx="3343275" cy="747929"/>
          </a:xfrm>
          <a:prstGeom prst="rect">
            <a:avLst/>
          </a:prstGeom>
        </p:spPr>
        <p:txBody>
          <a:bodyPr rtlCol="0" anchor="ctr"/>
          <a:lstStyle>
            <a:lvl1pPr algn="ctr">
              <a:defRPr sz="1800" cap="all" spc="75" baseline="0">
                <a:solidFill>
                  <a:schemeClr val="accent2"/>
                </a:solidFill>
              </a:defRPr>
            </a:lvl1pPr>
          </a:lstStyle>
          <a:p>
            <a:pPr rtl="0"/>
            <a:r>
              <a:rPr lang="en-GB" noProof="0"/>
              <a:t>Click to add title</a:t>
            </a:r>
          </a:p>
        </p:txBody>
      </p:sp>
      <p:sp>
        <p:nvSpPr>
          <p:cNvPr id="10" name="Picture Placeholder 9">
            <a:extLst>
              <a:ext uri="{FF2B5EF4-FFF2-40B4-BE49-F238E27FC236}">
                <a16:creationId xmlns:a16="http://schemas.microsoft.com/office/drawing/2014/main" id="{3F669E6E-28BD-4FC9-BFB3-B42707D25AE2}"/>
              </a:ext>
            </a:extLst>
          </p:cNvPr>
          <p:cNvSpPr>
            <a:spLocks noGrp="1"/>
          </p:cNvSpPr>
          <p:nvPr>
            <p:ph type="pic" sz="quarter" idx="14" hasCustomPrompt="1"/>
          </p:nvPr>
        </p:nvSpPr>
        <p:spPr>
          <a:xfrm>
            <a:off x="729407" y="2427897"/>
            <a:ext cx="1706008" cy="2115227"/>
          </a:xfrm>
          <a:prstGeom prst="rect">
            <a:avLst/>
          </a:prstGeom>
        </p:spPr>
        <p:txBody>
          <a:bodyPr rtlCol="0"/>
          <a:lstStyle>
            <a:lvl1pPr marL="0" indent="0" algn="ctr">
              <a:buNone/>
              <a:defRPr/>
            </a:lvl1pPr>
          </a:lstStyle>
          <a:p>
            <a:pPr rtl="0"/>
            <a:r>
              <a:rPr lang="en-GB" noProof="0"/>
              <a:t>Click to add photo</a:t>
            </a:r>
          </a:p>
        </p:txBody>
      </p:sp>
      <p:sp>
        <p:nvSpPr>
          <p:cNvPr id="14" name="Text Placeholder 10">
            <a:extLst>
              <a:ext uri="{FF2B5EF4-FFF2-40B4-BE49-F238E27FC236}">
                <a16:creationId xmlns:a16="http://schemas.microsoft.com/office/drawing/2014/main" id="{B0CE1D3C-6E95-41C8-9202-B6BACEA97CBA}"/>
              </a:ext>
            </a:extLst>
          </p:cNvPr>
          <p:cNvSpPr>
            <a:spLocks noGrp="1"/>
          </p:cNvSpPr>
          <p:nvPr>
            <p:ph type="body" sz="quarter" idx="18" hasCustomPrompt="1"/>
          </p:nvPr>
        </p:nvSpPr>
        <p:spPr>
          <a:xfrm>
            <a:off x="571780" y="4731115"/>
            <a:ext cx="2021260" cy="531393"/>
          </a:xfrm>
          <a:prstGeom prst="rect">
            <a:avLst/>
          </a:prstGeom>
        </p:spPr>
        <p:txBody>
          <a:bodyPr rtlCol="0" anchor="b"/>
          <a:lstStyle>
            <a:lvl1pPr marL="0" indent="0" algn="ctr">
              <a:buNone/>
              <a:defRPr sz="1350" cap="all" spc="75" baseline="0">
                <a:solidFill>
                  <a:schemeClr val="accent4">
                    <a:lumMod val="50000"/>
                  </a:schemeClr>
                </a:solidFill>
                <a:latin typeface="+mj-lt"/>
              </a:defRPr>
            </a:lvl1pPr>
          </a:lstStyle>
          <a:p>
            <a:pPr lvl="0" rtl="0"/>
            <a:r>
              <a:rPr lang="en-GB" noProof="0"/>
              <a:t>Add name</a:t>
            </a:r>
          </a:p>
        </p:txBody>
      </p:sp>
      <p:sp>
        <p:nvSpPr>
          <p:cNvPr id="15" name="Text Placeholder 10">
            <a:extLst>
              <a:ext uri="{FF2B5EF4-FFF2-40B4-BE49-F238E27FC236}">
                <a16:creationId xmlns:a16="http://schemas.microsoft.com/office/drawing/2014/main" id="{A90F4B16-F669-4D35-8B6D-5DE38097DD9A}"/>
              </a:ext>
            </a:extLst>
          </p:cNvPr>
          <p:cNvSpPr>
            <a:spLocks noGrp="1"/>
          </p:cNvSpPr>
          <p:nvPr>
            <p:ph type="body" sz="quarter" idx="19" hasCustomPrompt="1"/>
          </p:nvPr>
        </p:nvSpPr>
        <p:spPr>
          <a:xfrm>
            <a:off x="571780" y="5199753"/>
            <a:ext cx="2021260" cy="531393"/>
          </a:xfrm>
          <a:prstGeom prst="rect">
            <a:avLst/>
          </a:prstGeom>
        </p:spPr>
        <p:txBody>
          <a:bodyPr rtlCol="0" anchor="t"/>
          <a:lstStyle>
            <a:lvl1pPr marL="0" indent="0" algn="ctr">
              <a:buNone/>
              <a:defRPr sz="1050" cap="none" spc="75" baseline="0">
                <a:solidFill>
                  <a:schemeClr val="tx1"/>
                </a:solidFill>
                <a:latin typeface="+mn-lt"/>
              </a:defRPr>
            </a:lvl1pPr>
          </a:lstStyle>
          <a:p>
            <a:pPr lvl="0" rtl="0"/>
            <a:r>
              <a:rPr lang="en-GB" noProof="0"/>
              <a:t>Add title</a:t>
            </a:r>
          </a:p>
        </p:txBody>
      </p:sp>
      <p:sp>
        <p:nvSpPr>
          <p:cNvPr id="17" name="Rectangle 16">
            <a:extLst>
              <a:ext uri="{FF2B5EF4-FFF2-40B4-BE49-F238E27FC236}">
                <a16:creationId xmlns:a16="http://schemas.microsoft.com/office/drawing/2014/main" id="{E90D56BE-BB71-4ADC-B308-883B7BB63CDE}"/>
              </a:ext>
              <a:ext uri="{C183D7F6-B498-43B3-948B-1728B52AA6E4}">
                <adec:decorative xmlns:adec="http://schemas.microsoft.com/office/drawing/2017/decorative" val="1"/>
              </a:ext>
            </a:extLst>
          </p:cNvPr>
          <p:cNvSpPr/>
          <p:nvPr userDrawn="1"/>
        </p:nvSpPr>
        <p:spPr>
          <a:xfrm>
            <a:off x="571782" y="2239910"/>
            <a:ext cx="2021261"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18" name="Picture Placeholder 9">
            <a:extLst>
              <a:ext uri="{FF2B5EF4-FFF2-40B4-BE49-F238E27FC236}">
                <a16:creationId xmlns:a16="http://schemas.microsoft.com/office/drawing/2014/main" id="{24532133-7BD7-49DF-96C1-B4A992CE4DF0}"/>
              </a:ext>
            </a:extLst>
          </p:cNvPr>
          <p:cNvSpPr>
            <a:spLocks noGrp="1"/>
          </p:cNvSpPr>
          <p:nvPr>
            <p:ph type="pic" sz="quarter" idx="20" hasCustomPrompt="1"/>
          </p:nvPr>
        </p:nvSpPr>
        <p:spPr>
          <a:xfrm>
            <a:off x="2980110" y="2427897"/>
            <a:ext cx="1706008" cy="2115227"/>
          </a:xfrm>
          <a:prstGeom prst="rect">
            <a:avLst/>
          </a:prstGeom>
        </p:spPr>
        <p:txBody>
          <a:bodyPr rtlCol="0"/>
          <a:lstStyle>
            <a:lvl1pPr marL="0" indent="0" algn="ctr">
              <a:buNone/>
              <a:defRPr/>
            </a:lvl1pPr>
          </a:lstStyle>
          <a:p>
            <a:pPr rtl="0"/>
            <a:r>
              <a:rPr lang="en-GB" noProof="0"/>
              <a:t>Click to add photo</a:t>
            </a:r>
          </a:p>
        </p:txBody>
      </p:sp>
      <p:sp>
        <p:nvSpPr>
          <p:cNvPr id="19" name="Rectangle 18">
            <a:extLst>
              <a:ext uri="{FF2B5EF4-FFF2-40B4-BE49-F238E27FC236}">
                <a16:creationId xmlns:a16="http://schemas.microsoft.com/office/drawing/2014/main" id="{4AF4F5B9-821C-4A57-B5E2-055949CECC07}"/>
              </a:ext>
              <a:ext uri="{C183D7F6-B498-43B3-948B-1728B52AA6E4}">
                <adec:decorative xmlns:adec="http://schemas.microsoft.com/office/drawing/2017/decorative" val="1"/>
              </a:ext>
            </a:extLst>
          </p:cNvPr>
          <p:cNvSpPr/>
          <p:nvPr userDrawn="1"/>
        </p:nvSpPr>
        <p:spPr>
          <a:xfrm>
            <a:off x="2822483" y="2239910"/>
            <a:ext cx="2021261"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6" name="Text Placeholder 10">
            <a:extLst>
              <a:ext uri="{FF2B5EF4-FFF2-40B4-BE49-F238E27FC236}">
                <a16:creationId xmlns:a16="http://schemas.microsoft.com/office/drawing/2014/main" id="{63893EB3-C98E-4A69-A71C-7C922128375E}"/>
              </a:ext>
            </a:extLst>
          </p:cNvPr>
          <p:cNvSpPr>
            <a:spLocks noGrp="1"/>
          </p:cNvSpPr>
          <p:nvPr>
            <p:ph type="body" sz="quarter" idx="23" hasCustomPrompt="1"/>
          </p:nvPr>
        </p:nvSpPr>
        <p:spPr>
          <a:xfrm>
            <a:off x="2822484" y="4731115"/>
            <a:ext cx="2021260" cy="531393"/>
          </a:xfrm>
          <a:prstGeom prst="rect">
            <a:avLst/>
          </a:prstGeom>
        </p:spPr>
        <p:txBody>
          <a:bodyPr rtlCol="0" anchor="b"/>
          <a:lstStyle>
            <a:lvl1pPr marL="0" indent="0" algn="ctr">
              <a:buNone/>
              <a:defRPr sz="1350" cap="all" spc="75" baseline="0">
                <a:solidFill>
                  <a:schemeClr val="accent4">
                    <a:lumMod val="50000"/>
                  </a:schemeClr>
                </a:solidFill>
                <a:latin typeface="+mj-lt"/>
              </a:defRPr>
            </a:lvl1pPr>
          </a:lstStyle>
          <a:p>
            <a:pPr lvl="0" rtl="0"/>
            <a:r>
              <a:rPr lang="en-GB" noProof="0"/>
              <a:t>Add name</a:t>
            </a:r>
          </a:p>
        </p:txBody>
      </p:sp>
      <p:sp>
        <p:nvSpPr>
          <p:cNvPr id="27" name="Text Placeholder 10">
            <a:extLst>
              <a:ext uri="{FF2B5EF4-FFF2-40B4-BE49-F238E27FC236}">
                <a16:creationId xmlns:a16="http://schemas.microsoft.com/office/drawing/2014/main" id="{5D0352AF-E877-45F2-9868-A8A1E017A91E}"/>
              </a:ext>
            </a:extLst>
          </p:cNvPr>
          <p:cNvSpPr>
            <a:spLocks noGrp="1"/>
          </p:cNvSpPr>
          <p:nvPr>
            <p:ph type="body" sz="quarter" idx="24" hasCustomPrompt="1"/>
          </p:nvPr>
        </p:nvSpPr>
        <p:spPr>
          <a:xfrm>
            <a:off x="2822483" y="5199753"/>
            <a:ext cx="2021260" cy="531393"/>
          </a:xfrm>
          <a:prstGeom prst="rect">
            <a:avLst/>
          </a:prstGeom>
        </p:spPr>
        <p:txBody>
          <a:bodyPr rtlCol="0" anchor="t"/>
          <a:lstStyle>
            <a:lvl1pPr marL="0" indent="0" algn="ctr">
              <a:buNone/>
              <a:defRPr sz="1050" cap="none" spc="75" baseline="0">
                <a:solidFill>
                  <a:schemeClr val="tx1"/>
                </a:solidFill>
                <a:latin typeface="+mn-lt"/>
              </a:defRPr>
            </a:lvl1pPr>
          </a:lstStyle>
          <a:p>
            <a:pPr lvl="0" rtl="0"/>
            <a:r>
              <a:rPr lang="en-GB" noProof="0"/>
              <a:t>Add title</a:t>
            </a:r>
          </a:p>
        </p:txBody>
      </p:sp>
      <p:sp>
        <p:nvSpPr>
          <p:cNvPr id="20" name="Picture Placeholder 9">
            <a:extLst>
              <a:ext uri="{FF2B5EF4-FFF2-40B4-BE49-F238E27FC236}">
                <a16:creationId xmlns:a16="http://schemas.microsoft.com/office/drawing/2014/main" id="{750DAF93-603B-44B6-99DC-79A63DC3A1F4}"/>
              </a:ext>
            </a:extLst>
          </p:cNvPr>
          <p:cNvSpPr>
            <a:spLocks noGrp="1"/>
          </p:cNvSpPr>
          <p:nvPr>
            <p:ph type="pic" sz="quarter" idx="21" hasCustomPrompt="1"/>
          </p:nvPr>
        </p:nvSpPr>
        <p:spPr>
          <a:xfrm>
            <a:off x="5230812" y="2427897"/>
            <a:ext cx="1706008" cy="2115227"/>
          </a:xfrm>
          <a:prstGeom prst="rect">
            <a:avLst/>
          </a:prstGeom>
        </p:spPr>
        <p:txBody>
          <a:bodyPr rtlCol="0"/>
          <a:lstStyle>
            <a:lvl1pPr marL="0" indent="0" algn="ctr">
              <a:buNone/>
              <a:defRPr/>
            </a:lvl1pPr>
          </a:lstStyle>
          <a:p>
            <a:pPr rtl="0"/>
            <a:r>
              <a:rPr lang="en-GB" noProof="0"/>
              <a:t>Click to add photo</a:t>
            </a:r>
          </a:p>
        </p:txBody>
      </p:sp>
      <p:sp>
        <p:nvSpPr>
          <p:cNvPr id="21" name="Rectangle 20">
            <a:extLst>
              <a:ext uri="{FF2B5EF4-FFF2-40B4-BE49-F238E27FC236}">
                <a16:creationId xmlns:a16="http://schemas.microsoft.com/office/drawing/2014/main" id="{C372AD67-26BA-4843-BAFE-B661A05BBE9D}"/>
              </a:ext>
              <a:ext uri="{C183D7F6-B498-43B3-948B-1728B52AA6E4}">
                <adec:decorative xmlns:adec="http://schemas.microsoft.com/office/drawing/2017/decorative" val="1"/>
              </a:ext>
            </a:extLst>
          </p:cNvPr>
          <p:cNvSpPr/>
          <p:nvPr userDrawn="1"/>
        </p:nvSpPr>
        <p:spPr>
          <a:xfrm>
            <a:off x="5073185" y="2239910"/>
            <a:ext cx="2021261"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5" name="Rectangle 24">
            <a:extLst>
              <a:ext uri="{FF2B5EF4-FFF2-40B4-BE49-F238E27FC236}">
                <a16:creationId xmlns:a16="http://schemas.microsoft.com/office/drawing/2014/main" id="{FE0EAD7F-FBD0-4EA0-A7E7-5E65604B4716}"/>
              </a:ext>
              <a:ext uri="{C183D7F6-B498-43B3-948B-1728B52AA6E4}">
                <adec:decorative xmlns:adec="http://schemas.microsoft.com/office/drawing/2017/decorative" val="1"/>
              </a:ext>
            </a:extLst>
          </p:cNvPr>
          <p:cNvSpPr/>
          <p:nvPr userDrawn="1"/>
        </p:nvSpPr>
        <p:spPr>
          <a:xfrm>
            <a:off x="7323887" y="2239910"/>
            <a:ext cx="2021261"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8" name="Text Placeholder 10">
            <a:extLst>
              <a:ext uri="{FF2B5EF4-FFF2-40B4-BE49-F238E27FC236}">
                <a16:creationId xmlns:a16="http://schemas.microsoft.com/office/drawing/2014/main" id="{DA3EAA29-D608-4031-9C0E-0610D1886CA5}"/>
              </a:ext>
            </a:extLst>
          </p:cNvPr>
          <p:cNvSpPr>
            <a:spLocks noGrp="1"/>
          </p:cNvSpPr>
          <p:nvPr>
            <p:ph type="body" sz="quarter" idx="25" hasCustomPrompt="1"/>
          </p:nvPr>
        </p:nvSpPr>
        <p:spPr>
          <a:xfrm>
            <a:off x="5073186" y="4731115"/>
            <a:ext cx="2021260" cy="531393"/>
          </a:xfrm>
          <a:prstGeom prst="rect">
            <a:avLst/>
          </a:prstGeom>
        </p:spPr>
        <p:txBody>
          <a:bodyPr rtlCol="0" anchor="b"/>
          <a:lstStyle>
            <a:lvl1pPr marL="0" indent="0" algn="ctr">
              <a:buNone/>
              <a:defRPr sz="1350" cap="all" spc="75" baseline="0">
                <a:solidFill>
                  <a:schemeClr val="accent4">
                    <a:lumMod val="50000"/>
                  </a:schemeClr>
                </a:solidFill>
                <a:latin typeface="+mj-lt"/>
              </a:defRPr>
            </a:lvl1pPr>
          </a:lstStyle>
          <a:p>
            <a:pPr lvl="0" rtl="0"/>
            <a:r>
              <a:rPr lang="en-GB" noProof="0"/>
              <a:t>Add name</a:t>
            </a:r>
          </a:p>
        </p:txBody>
      </p:sp>
      <p:sp>
        <p:nvSpPr>
          <p:cNvPr id="29" name="Text Placeholder 10">
            <a:extLst>
              <a:ext uri="{FF2B5EF4-FFF2-40B4-BE49-F238E27FC236}">
                <a16:creationId xmlns:a16="http://schemas.microsoft.com/office/drawing/2014/main" id="{1DC4676B-9880-4C33-A8A2-88FB0944CF3B}"/>
              </a:ext>
            </a:extLst>
          </p:cNvPr>
          <p:cNvSpPr>
            <a:spLocks noGrp="1"/>
          </p:cNvSpPr>
          <p:nvPr>
            <p:ph type="body" sz="quarter" idx="26" hasCustomPrompt="1"/>
          </p:nvPr>
        </p:nvSpPr>
        <p:spPr>
          <a:xfrm>
            <a:off x="5073186" y="5199753"/>
            <a:ext cx="2021260" cy="531393"/>
          </a:xfrm>
          <a:prstGeom prst="rect">
            <a:avLst/>
          </a:prstGeom>
        </p:spPr>
        <p:txBody>
          <a:bodyPr rtlCol="0" anchor="t"/>
          <a:lstStyle>
            <a:lvl1pPr marL="0" indent="0" algn="ctr">
              <a:buNone/>
              <a:defRPr sz="1050" cap="none" spc="75" baseline="0">
                <a:solidFill>
                  <a:schemeClr val="tx1"/>
                </a:solidFill>
                <a:latin typeface="+mn-lt"/>
              </a:defRPr>
            </a:lvl1pPr>
          </a:lstStyle>
          <a:p>
            <a:pPr lvl="0" rtl="0"/>
            <a:r>
              <a:rPr lang="en-GB" noProof="0"/>
              <a:t>Add title</a:t>
            </a:r>
          </a:p>
        </p:txBody>
      </p:sp>
      <p:sp>
        <p:nvSpPr>
          <p:cNvPr id="24" name="Picture Placeholder 9">
            <a:extLst>
              <a:ext uri="{FF2B5EF4-FFF2-40B4-BE49-F238E27FC236}">
                <a16:creationId xmlns:a16="http://schemas.microsoft.com/office/drawing/2014/main" id="{AF6D479F-D265-4CD5-88BE-FC37AFC5FF4B}"/>
              </a:ext>
            </a:extLst>
          </p:cNvPr>
          <p:cNvSpPr>
            <a:spLocks noGrp="1"/>
          </p:cNvSpPr>
          <p:nvPr>
            <p:ph type="pic" sz="quarter" idx="22" hasCustomPrompt="1"/>
          </p:nvPr>
        </p:nvSpPr>
        <p:spPr>
          <a:xfrm>
            <a:off x="7481514" y="2427897"/>
            <a:ext cx="1706008" cy="2115227"/>
          </a:xfrm>
          <a:prstGeom prst="rect">
            <a:avLst/>
          </a:prstGeom>
        </p:spPr>
        <p:txBody>
          <a:bodyPr rtlCol="0"/>
          <a:lstStyle>
            <a:lvl1pPr marL="0" indent="0" algn="ctr">
              <a:buNone/>
              <a:defRPr/>
            </a:lvl1pPr>
          </a:lstStyle>
          <a:p>
            <a:pPr rtl="0"/>
            <a:r>
              <a:rPr lang="en-GB" noProof="0"/>
              <a:t>Click to add photo</a:t>
            </a:r>
          </a:p>
        </p:txBody>
      </p:sp>
      <p:sp>
        <p:nvSpPr>
          <p:cNvPr id="30" name="Text Placeholder 10">
            <a:extLst>
              <a:ext uri="{FF2B5EF4-FFF2-40B4-BE49-F238E27FC236}">
                <a16:creationId xmlns:a16="http://schemas.microsoft.com/office/drawing/2014/main" id="{ED618ADF-296A-4300-A8AE-A1837B390A9F}"/>
              </a:ext>
            </a:extLst>
          </p:cNvPr>
          <p:cNvSpPr>
            <a:spLocks noGrp="1"/>
          </p:cNvSpPr>
          <p:nvPr>
            <p:ph type="body" sz="quarter" idx="27" hasCustomPrompt="1"/>
          </p:nvPr>
        </p:nvSpPr>
        <p:spPr>
          <a:xfrm>
            <a:off x="7323888" y="4731115"/>
            <a:ext cx="2021260" cy="531393"/>
          </a:xfrm>
          <a:prstGeom prst="rect">
            <a:avLst/>
          </a:prstGeom>
        </p:spPr>
        <p:txBody>
          <a:bodyPr rtlCol="0" anchor="b"/>
          <a:lstStyle>
            <a:lvl1pPr marL="0" indent="0" algn="ctr">
              <a:buNone/>
              <a:defRPr sz="1350" cap="all" spc="75" baseline="0">
                <a:solidFill>
                  <a:schemeClr val="accent4">
                    <a:lumMod val="50000"/>
                  </a:schemeClr>
                </a:solidFill>
                <a:latin typeface="+mj-lt"/>
              </a:defRPr>
            </a:lvl1pPr>
          </a:lstStyle>
          <a:p>
            <a:pPr lvl="0" rtl="0"/>
            <a:r>
              <a:rPr lang="en-GB" noProof="0"/>
              <a:t>Add name</a:t>
            </a:r>
          </a:p>
        </p:txBody>
      </p:sp>
      <p:sp>
        <p:nvSpPr>
          <p:cNvPr id="31" name="Text Placeholder 10">
            <a:extLst>
              <a:ext uri="{FF2B5EF4-FFF2-40B4-BE49-F238E27FC236}">
                <a16:creationId xmlns:a16="http://schemas.microsoft.com/office/drawing/2014/main" id="{CA503612-3331-4786-8298-4A1E0C1C75DD}"/>
              </a:ext>
            </a:extLst>
          </p:cNvPr>
          <p:cNvSpPr>
            <a:spLocks noGrp="1"/>
          </p:cNvSpPr>
          <p:nvPr>
            <p:ph type="body" sz="quarter" idx="28" hasCustomPrompt="1"/>
          </p:nvPr>
        </p:nvSpPr>
        <p:spPr>
          <a:xfrm>
            <a:off x="7323887" y="5199753"/>
            <a:ext cx="2021260" cy="531393"/>
          </a:xfrm>
          <a:prstGeom prst="rect">
            <a:avLst/>
          </a:prstGeom>
        </p:spPr>
        <p:txBody>
          <a:bodyPr rtlCol="0" anchor="t"/>
          <a:lstStyle>
            <a:lvl1pPr marL="0" indent="0" algn="ctr">
              <a:buNone/>
              <a:defRPr sz="1050" cap="none" spc="75" baseline="0">
                <a:solidFill>
                  <a:schemeClr val="tx1"/>
                </a:solidFill>
                <a:latin typeface="+mn-lt"/>
              </a:defRPr>
            </a:lvl1pPr>
          </a:lstStyle>
          <a:p>
            <a:pPr lvl="0" rtl="0"/>
            <a:r>
              <a:rPr lang="en-GB" noProof="0"/>
              <a:t>Add title</a:t>
            </a:r>
          </a:p>
        </p:txBody>
      </p:sp>
      <p:sp>
        <p:nvSpPr>
          <p:cNvPr id="3" name="Date Placeholder 2">
            <a:extLst>
              <a:ext uri="{FF2B5EF4-FFF2-40B4-BE49-F238E27FC236}">
                <a16:creationId xmlns:a16="http://schemas.microsoft.com/office/drawing/2014/main" id="{75A1D0F5-2B0B-4318-B5DC-AECB09851E41}"/>
              </a:ext>
            </a:extLst>
          </p:cNvPr>
          <p:cNvSpPr>
            <a:spLocks noGrp="1"/>
          </p:cNvSpPr>
          <p:nvPr>
            <p:ph type="dt" sz="half" idx="10"/>
          </p:nvPr>
        </p:nvSpPr>
        <p:spPr>
          <a:xfrm>
            <a:off x="681038" y="6356353"/>
            <a:ext cx="2228850" cy="365125"/>
          </a:xfrm>
          <a:prstGeom prst="rect">
            <a:avLst/>
          </a:prstGeom>
        </p:spPr>
        <p:txBody>
          <a:bodyPr rtlCol="0"/>
          <a:lstStyle/>
          <a:p>
            <a:pPr rtl="0"/>
            <a:r>
              <a:rPr lang="en-GB" noProof="0"/>
              <a:t>20XX</a:t>
            </a:r>
          </a:p>
        </p:txBody>
      </p:sp>
      <p:sp>
        <p:nvSpPr>
          <p:cNvPr id="4" name="Footer Placeholder 3">
            <a:extLst>
              <a:ext uri="{FF2B5EF4-FFF2-40B4-BE49-F238E27FC236}">
                <a16:creationId xmlns:a16="http://schemas.microsoft.com/office/drawing/2014/main" id="{E63A8939-F5BE-47FA-AE2F-AF66C45B1355}"/>
              </a:ext>
            </a:extLst>
          </p:cNvPr>
          <p:cNvSpPr>
            <a:spLocks noGrp="1"/>
          </p:cNvSpPr>
          <p:nvPr>
            <p:ph type="ftr" sz="quarter" idx="11"/>
          </p:nvPr>
        </p:nvSpPr>
        <p:spPr>
          <a:xfrm>
            <a:off x="3281364" y="6356353"/>
            <a:ext cx="3343275" cy="365125"/>
          </a:xfrm>
          <a:prstGeom prst="rect">
            <a:avLst/>
          </a:prstGeom>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798A3F37-FB91-4420-832B-EA39AE37BFF9}"/>
              </a:ext>
            </a:extLst>
          </p:cNvPr>
          <p:cNvSpPr>
            <a:spLocks noGrp="1"/>
          </p:cNvSpPr>
          <p:nvPr>
            <p:ph type="sldNum" sz="quarter" idx="12"/>
          </p:nvPr>
        </p:nvSpPr>
        <p:spPr>
          <a:xfrm>
            <a:off x="6996113" y="6356353"/>
            <a:ext cx="2228850" cy="365125"/>
          </a:xfrm>
          <a:prstGeom prst="rect">
            <a:avLst/>
          </a:prstGeom>
        </p:spPr>
        <p:txBody>
          <a:bodyPr rtlCol="0"/>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7232596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ur Team 8-Up">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B70B2057-9B78-4391-A15F-27A41A72F11D}"/>
              </a:ext>
              <a:ext uri="{C183D7F6-B498-43B3-948B-1728B52AA6E4}">
                <adec:decorative xmlns:adec="http://schemas.microsoft.com/office/drawing/2017/decorative" val="1"/>
              </a:ext>
            </a:extLst>
          </p:cNvPr>
          <p:cNvSpPr/>
          <p:nvPr userDrawn="1"/>
        </p:nvSpPr>
        <p:spPr>
          <a:xfrm>
            <a:off x="-1" y="4354289"/>
            <a:ext cx="9906001" cy="2503713"/>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9AB059CD-37AB-48A3-9976-0B38FF7A5A95}"/>
              </a:ext>
            </a:extLst>
          </p:cNvPr>
          <p:cNvSpPr>
            <a:spLocks noGrp="1"/>
          </p:cNvSpPr>
          <p:nvPr>
            <p:ph type="title" hasCustomPrompt="1"/>
          </p:nvPr>
        </p:nvSpPr>
        <p:spPr>
          <a:xfrm>
            <a:off x="3328898" y="589720"/>
            <a:ext cx="3254968" cy="657784"/>
          </a:xfrm>
          <a:prstGeom prst="rect">
            <a:avLst/>
          </a:prstGeom>
        </p:spPr>
        <p:txBody>
          <a:bodyPr rtlCol="0" anchor="ctr"/>
          <a:lstStyle>
            <a:lvl1pPr algn="ctr">
              <a:defRPr sz="1800" cap="all" spc="75" baseline="0">
                <a:solidFill>
                  <a:schemeClr val="accent2"/>
                </a:solidFill>
              </a:defRPr>
            </a:lvl1pPr>
          </a:lstStyle>
          <a:p>
            <a:pPr rtl="0"/>
            <a:r>
              <a:rPr lang="en-GB" noProof="0"/>
              <a:t>Click to add title</a:t>
            </a:r>
          </a:p>
        </p:txBody>
      </p:sp>
      <p:sp>
        <p:nvSpPr>
          <p:cNvPr id="10" name="Picture Placeholder 9">
            <a:extLst>
              <a:ext uri="{FF2B5EF4-FFF2-40B4-BE49-F238E27FC236}">
                <a16:creationId xmlns:a16="http://schemas.microsoft.com/office/drawing/2014/main" id="{236E0B0A-0B1B-438D-8971-570ACA956B88}"/>
              </a:ext>
            </a:extLst>
          </p:cNvPr>
          <p:cNvSpPr>
            <a:spLocks noGrp="1"/>
          </p:cNvSpPr>
          <p:nvPr>
            <p:ph type="pic" sz="quarter" idx="14" hasCustomPrompt="1"/>
          </p:nvPr>
        </p:nvSpPr>
        <p:spPr>
          <a:xfrm>
            <a:off x="1270774" y="1862038"/>
            <a:ext cx="1010175" cy="1144666"/>
          </a:xfrm>
          <a:prstGeom prst="rect">
            <a:avLst/>
          </a:prstGeom>
        </p:spPr>
        <p:txBody>
          <a:bodyPr rtlCol="0"/>
          <a:lstStyle>
            <a:lvl1pPr marL="0" indent="0" algn="ctr">
              <a:buNone/>
              <a:defRPr/>
            </a:lvl1pPr>
          </a:lstStyle>
          <a:p>
            <a:pPr rtl="0"/>
            <a:r>
              <a:rPr lang="en-GB" noProof="0"/>
              <a:t>Click to add photo</a:t>
            </a:r>
          </a:p>
        </p:txBody>
      </p:sp>
      <p:sp>
        <p:nvSpPr>
          <p:cNvPr id="11" name="Rectangle 10">
            <a:extLst>
              <a:ext uri="{FF2B5EF4-FFF2-40B4-BE49-F238E27FC236}">
                <a16:creationId xmlns:a16="http://schemas.microsoft.com/office/drawing/2014/main" id="{21FB8438-2DA4-4B23-ACCD-3DEADF3E753E}"/>
              </a:ext>
              <a:ext uri="{C183D7F6-B498-43B3-948B-1728B52AA6E4}">
                <adec:decorative xmlns:adec="http://schemas.microsoft.com/office/drawing/2017/decorative" val="1"/>
              </a:ext>
            </a:extLst>
          </p:cNvPr>
          <p:cNvSpPr/>
          <p:nvPr userDrawn="1"/>
        </p:nvSpPr>
        <p:spPr>
          <a:xfrm>
            <a:off x="1177441" y="171914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46" name="Text Placeholder 10">
            <a:extLst>
              <a:ext uri="{FF2B5EF4-FFF2-40B4-BE49-F238E27FC236}">
                <a16:creationId xmlns:a16="http://schemas.microsoft.com/office/drawing/2014/main" id="{3E63EE1F-208F-40D0-9307-47F66C8581BD}"/>
              </a:ext>
            </a:extLst>
          </p:cNvPr>
          <p:cNvSpPr>
            <a:spLocks noGrp="1"/>
          </p:cNvSpPr>
          <p:nvPr>
            <p:ph type="body" sz="quarter" idx="22" hasCustomPrompt="1"/>
          </p:nvPr>
        </p:nvSpPr>
        <p:spPr>
          <a:xfrm>
            <a:off x="835310" y="321269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47" name="Text Placeholder 10">
            <a:extLst>
              <a:ext uri="{FF2B5EF4-FFF2-40B4-BE49-F238E27FC236}">
                <a16:creationId xmlns:a16="http://schemas.microsoft.com/office/drawing/2014/main" id="{40F7C878-62A1-4A30-AA27-C5F502C8D315}"/>
              </a:ext>
            </a:extLst>
          </p:cNvPr>
          <p:cNvSpPr>
            <a:spLocks noGrp="1"/>
          </p:cNvSpPr>
          <p:nvPr>
            <p:ph type="body" sz="quarter" idx="23" hasCustomPrompt="1"/>
          </p:nvPr>
        </p:nvSpPr>
        <p:spPr>
          <a:xfrm>
            <a:off x="835310" y="349627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48" name="Picture Placeholder 9">
            <a:extLst>
              <a:ext uri="{FF2B5EF4-FFF2-40B4-BE49-F238E27FC236}">
                <a16:creationId xmlns:a16="http://schemas.microsoft.com/office/drawing/2014/main" id="{5D495D18-EB49-4AD5-A7EE-1E6D2496B69A}"/>
              </a:ext>
            </a:extLst>
          </p:cNvPr>
          <p:cNvSpPr>
            <a:spLocks noGrp="1"/>
          </p:cNvSpPr>
          <p:nvPr>
            <p:ph type="pic" sz="quarter" idx="24" hasCustomPrompt="1"/>
          </p:nvPr>
        </p:nvSpPr>
        <p:spPr>
          <a:xfrm>
            <a:off x="3422234" y="1862038"/>
            <a:ext cx="1010175" cy="1144666"/>
          </a:xfrm>
          <a:prstGeom prst="rect">
            <a:avLst/>
          </a:prstGeom>
        </p:spPr>
        <p:txBody>
          <a:bodyPr rtlCol="0"/>
          <a:lstStyle>
            <a:lvl1pPr marL="0" indent="0" algn="ctr">
              <a:buNone/>
              <a:defRPr/>
            </a:lvl1pPr>
          </a:lstStyle>
          <a:p>
            <a:pPr rtl="0"/>
            <a:r>
              <a:rPr lang="en-GB" noProof="0"/>
              <a:t>Click to add photo</a:t>
            </a:r>
          </a:p>
        </p:txBody>
      </p:sp>
      <p:sp>
        <p:nvSpPr>
          <p:cNvPr id="49" name="Rectangle 48">
            <a:extLst>
              <a:ext uri="{FF2B5EF4-FFF2-40B4-BE49-F238E27FC236}">
                <a16:creationId xmlns:a16="http://schemas.microsoft.com/office/drawing/2014/main" id="{9248BBAE-0CA8-464A-A4E0-AB7D697DA0F5}"/>
              </a:ext>
              <a:ext uri="{C183D7F6-B498-43B3-948B-1728B52AA6E4}">
                <adec:decorative xmlns:adec="http://schemas.microsoft.com/office/drawing/2017/decorative" val="1"/>
              </a:ext>
            </a:extLst>
          </p:cNvPr>
          <p:cNvSpPr/>
          <p:nvPr userDrawn="1"/>
        </p:nvSpPr>
        <p:spPr>
          <a:xfrm>
            <a:off x="3328900" y="171914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50" name="Text Placeholder 10">
            <a:extLst>
              <a:ext uri="{FF2B5EF4-FFF2-40B4-BE49-F238E27FC236}">
                <a16:creationId xmlns:a16="http://schemas.microsoft.com/office/drawing/2014/main" id="{03551339-A94F-4674-8165-3BFA78946D07}"/>
              </a:ext>
            </a:extLst>
          </p:cNvPr>
          <p:cNvSpPr>
            <a:spLocks noGrp="1"/>
          </p:cNvSpPr>
          <p:nvPr>
            <p:ph type="body" sz="quarter" idx="25" hasCustomPrompt="1"/>
          </p:nvPr>
        </p:nvSpPr>
        <p:spPr>
          <a:xfrm>
            <a:off x="2986769" y="321269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51" name="Text Placeholder 10">
            <a:extLst>
              <a:ext uri="{FF2B5EF4-FFF2-40B4-BE49-F238E27FC236}">
                <a16:creationId xmlns:a16="http://schemas.microsoft.com/office/drawing/2014/main" id="{D1839C5B-C216-4FB8-A285-4D99AF56E826}"/>
              </a:ext>
            </a:extLst>
          </p:cNvPr>
          <p:cNvSpPr>
            <a:spLocks noGrp="1"/>
          </p:cNvSpPr>
          <p:nvPr>
            <p:ph type="body" sz="quarter" idx="26" hasCustomPrompt="1"/>
          </p:nvPr>
        </p:nvSpPr>
        <p:spPr>
          <a:xfrm>
            <a:off x="2986769" y="349627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52" name="Picture Placeholder 9">
            <a:extLst>
              <a:ext uri="{FF2B5EF4-FFF2-40B4-BE49-F238E27FC236}">
                <a16:creationId xmlns:a16="http://schemas.microsoft.com/office/drawing/2014/main" id="{ACA22B55-1DD2-4FE6-95FC-D8BC2BBECF0A}"/>
              </a:ext>
            </a:extLst>
          </p:cNvPr>
          <p:cNvSpPr>
            <a:spLocks noGrp="1"/>
          </p:cNvSpPr>
          <p:nvPr>
            <p:ph type="pic" sz="quarter" idx="27" hasCustomPrompt="1"/>
          </p:nvPr>
        </p:nvSpPr>
        <p:spPr>
          <a:xfrm>
            <a:off x="5573692" y="1862038"/>
            <a:ext cx="1010175" cy="1144666"/>
          </a:xfrm>
          <a:prstGeom prst="rect">
            <a:avLst/>
          </a:prstGeom>
        </p:spPr>
        <p:txBody>
          <a:bodyPr rtlCol="0"/>
          <a:lstStyle>
            <a:lvl1pPr marL="0" indent="0" algn="ctr">
              <a:buNone/>
              <a:defRPr/>
            </a:lvl1pPr>
          </a:lstStyle>
          <a:p>
            <a:pPr rtl="0"/>
            <a:r>
              <a:rPr lang="en-GB" noProof="0"/>
              <a:t>Click to add photo</a:t>
            </a:r>
          </a:p>
        </p:txBody>
      </p:sp>
      <p:sp>
        <p:nvSpPr>
          <p:cNvPr id="53" name="Rectangle 52">
            <a:extLst>
              <a:ext uri="{FF2B5EF4-FFF2-40B4-BE49-F238E27FC236}">
                <a16:creationId xmlns:a16="http://schemas.microsoft.com/office/drawing/2014/main" id="{9473BE6D-AE02-42D4-838E-F7916980D8B2}"/>
              </a:ext>
              <a:ext uri="{C183D7F6-B498-43B3-948B-1728B52AA6E4}">
                <adec:decorative xmlns:adec="http://schemas.microsoft.com/office/drawing/2017/decorative" val="1"/>
              </a:ext>
            </a:extLst>
          </p:cNvPr>
          <p:cNvSpPr/>
          <p:nvPr userDrawn="1"/>
        </p:nvSpPr>
        <p:spPr>
          <a:xfrm>
            <a:off x="5480359" y="171914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54" name="Text Placeholder 10">
            <a:extLst>
              <a:ext uri="{FF2B5EF4-FFF2-40B4-BE49-F238E27FC236}">
                <a16:creationId xmlns:a16="http://schemas.microsoft.com/office/drawing/2014/main" id="{35C2A2FE-AA36-4715-97F6-B743D26DE3F2}"/>
              </a:ext>
            </a:extLst>
          </p:cNvPr>
          <p:cNvSpPr>
            <a:spLocks noGrp="1"/>
          </p:cNvSpPr>
          <p:nvPr>
            <p:ph type="body" sz="quarter" idx="28" hasCustomPrompt="1"/>
          </p:nvPr>
        </p:nvSpPr>
        <p:spPr>
          <a:xfrm>
            <a:off x="5138229" y="321269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55" name="Text Placeholder 10">
            <a:extLst>
              <a:ext uri="{FF2B5EF4-FFF2-40B4-BE49-F238E27FC236}">
                <a16:creationId xmlns:a16="http://schemas.microsoft.com/office/drawing/2014/main" id="{B98652DE-F8C8-4EA5-8CDA-9985B636DEA1}"/>
              </a:ext>
            </a:extLst>
          </p:cNvPr>
          <p:cNvSpPr>
            <a:spLocks noGrp="1"/>
          </p:cNvSpPr>
          <p:nvPr>
            <p:ph type="body" sz="quarter" idx="29" hasCustomPrompt="1"/>
          </p:nvPr>
        </p:nvSpPr>
        <p:spPr>
          <a:xfrm>
            <a:off x="5138229" y="349627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56" name="Picture Placeholder 9">
            <a:extLst>
              <a:ext uri="{FF2B5EF4-FFF2-40B4-BE49-F238E27FC236}">
                <a16:creationId xmlns:a16="http://schemas.microsoft.com/office/drawing/2014/main" id="{40C3D084-82F3-4C1C-95E8-56362097EDFB}"/>
              </a:ext>
            </a:extLst>
          </p:cNvPr>
          <p:cNvSpPr>
            <a:spLocks noGrp="1"/>
          </p:cNvSpPr>
          <p:nvPr>
            <p:ph type="pic" sz="quarter" idx="30" hasCustomPrompt="1"/>
          </p:nvPr>
        </p:nvSpPr>
        <p:spPr>
          <a:xfrm>
            <a:off x="7725150" y="1858432"/>
            <a:ext cx="1010175" cy="1144666"/>
          </a:xfrm>
          <a:prstGeom prst="rect">
            <a:avLst/>
          </a:prstGeom>
        </p:spPr>
        <p:txBody>
          <a:bodyPr rtlCol="0"/>
          <a:lstStyle>
            <a:lvl1pPr marL="0" indent="0" algn="ctr">
              <a:buNone/>
              <a:defRPr/>
            </a:lvl1pPr>
          </a:lstStyle>
          <a:p>
            <a:pPr rtl="0"/>
            <a:r>
              <a:rPr lang="en-GB" noProof="0"/>
              <a:t>Click to add photo</a:t>
            </a:r>
          </a:p>
        </p:txBody>
      </p:sp>
      <p:sp>
        <p:nvSpPr>
          <p:cNvPr id="57" name="Rectangle 56">
            <a:extLst>
              <a:ext uri="{FF2B5EF4-FFF2-40B4-BE49-F238E27FC236}">
                <a16:creationId xmlns:a16="http://schemas.microsoft.com/office/drawing/2014/main" id="{E0EC4B6A-1FAA-43D1-9436-A3BFF08A8493}"/>
              </a:ext>
              <a:ext uri="{C183D7F6-B498-43B3-948B-1728B52AA6E4}">
                <adec:decorative xmlns:adec="http://schemas.microsoft.com/office/drawing/2017/decorative" val="1"/>
              </a:ext>
            </a:extLst>
          </p:cNvPr>
          <p:cNvSpPr/>
          <p:nvPr userDrawn="1"/>
        </p:nvSpPr>
        <p:spPr>
          <a:xfrm>
            <a:off x="7631815" y="1715541"/>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58" name="Text Placeholder 10">
            <a:extLst>
              <a:ext uri="{FF2B5EF4-FFF2-40B4-BE49-F238E27FC236}">
                <a16:creationId xmlns:a16="http://schemas.microsoft.com/office/drawing/2014/main" id="{ABB7ACFA-C6F3-4D7A-A6D8-73035EF164D6}"/>
              </a:ext>
            </a:extLst>
          </p:cNvPr>
          <p:cNvSpPr>
            <a:spLocks noGrp="1"/>
          </p:cNvSpPr>
          <p:nvPr>
            <p:ph type="body" sz="quarter" idx="31" hasCustomPrompt="1"/>
          </p:nvPr>
        </p:nvSpPr>
        <p:spPr>
          <a:xfrm>
            <a:off x="7289685" y="3209084"/>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59" name="Text Placeholder 10">
            <a:extLst>
              <a:ext uri="{FF2B5EF4-FFF2-40B4-BE49-F238E27FC236}">
                <a16:creationId xmlns:a16="http://schemas.microsoft.com/office/drawing/2014/main" id="{F9CBC3B9-EDF1-45E0-BFBF-53888131CBA0}"/>
              </a:ext>
            </a:extLst>
          </p:cNvPr>
          <p:cNvSpPr>
            <a:spLocks noGrp="1"/>
          </p:cNvSpPr>
          <p:nvPr>
            <p:ph type="body" sz="quarter" idx="32" hasCustomPrompt="1"/>
          </p:nvPr>
        </p:nvSpPr>
        <p:spPr>
          <a:xfrm>
            <a:off x="7289685" y="3492671"/>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60" name="Picture Placeholder 9">
            <a:extLst>
              <a:ext uri="{FF2B5EF4-FFF2-40B4-BE49-F238E27FC236}">
                <a16:creationId xmlns:a16="http://schemas.microsoft.com/office/drawing/2014/main" id="{A7D13807-1ECF-4830-AB8D-D33E4F22330E}"/>
              </a:ext>
            </a:extLst>
          </p:cNvPr>
          <p:cNvSpPr>
            <a:spLocks noGrp="1"/>
          </p:cNvSpPr>
          <p:nvPr>
            <p:ph type="pic" sz="quarter" idx="33" hasCustomPrompt="1"/>
          </p:nvPr>
        </p:nvSpPr>
        <p:spPr>
          <a:xfrm>
            <a:off x="1270774" y="4129478"/>
            <a:ext cx="1010175" cy="1144666"/>
          </a:xfrm>
          <a:prstGeom prst="rect">
            <a:avLst/>
          </a:prstGeom>
        </p:spPr>
        <p:txBody>
          <a:bodyPr rtlCol="0"/>
          <a:lstStyle>
            <a:lvl1pPr marL="0" indent="0" algn="ctr">
              <a:buNone/>
              <a:defRPr/>
            </a:lvl1pPr>
          </a:lstStyle>
          <a:p>
            <a:pPr rtl="0"/>
            <a:r>
              <a:rPr lang="en-GB" noProof="0"/>
              <a:t>Click to add photo</a:t>
            </a:r>
          </a:p>
        </p:txBody>
      </p:sp>
      <p:sp>
        <p:nvSpPr>
          <p:cNvPr id="61" name="Rectangle 60">
            <a:extLst>
              <a:ext uri="{FF2B5EF4-FFF2-40B4-BE49-F238E27FC236}">
                <a16:creationId xmlns:a16="http://schemas.microsoft.com/office/drawing/2014/main" id="{40E1F756-2737-4291-8D41-307BFE737E46}"/>
              </a:ext>
              <a:ext uri="{C183D7F6-B498-43B3-948B-1728B52AA6E4}">
                <adec:decorative xmlns:adec="http://schemas.microsoft.com/office/drawing/2017/decorative" val="1"/>
              </a:ext>
            </a:extLst>
          </p:cNvPr>
          <p:cNvSpPr/>
          <p:nvPr userDrawn="1"/>
        </p:nvSpPr>
        <p:spPr>
          <a:xfrm>
            <a:off x="1177441" y="398658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62" name="Text Placeholder 10">
            <a:extLst>
              <a:ext uri="{FF2B5EF4-FFF2-40B4-BE49-F238E27FC236}">
                <a16:creationId xmlns:a16="http://schemas.microsoft.com/office/drawing/2014/main" id="{C5BD35EC-547F-4A42-85C6-E2C94C2A03CE}"/>
              </a:ext>
            </a:extLst>
          </p:cNvPr>
          <p:cNvSpPr>
            <a:spLocks noGrp="1"/>
          </p:cNvSpPr>
          <p:nvPr>
            <p:ph type="body" sz="quarter" idx="34" hasCustomPrompt="1"/>
          </p:nvPr>
        </p:nvSpPr>
        <p:spPr>
          <a:xfrm>
            <a:off x="835310" y="548013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63" name="Text Placeholder 10">
            <a:extLst>
              <a:ext uri="{FF2B5EF4-FFF2-40B4-BE49-F238E27FC236}">
                <a16:creationId xmlns:a16="http://schemas.microsoft.com/office/drawing/2014/main" id="{D89797D3-65B3-414D-9657-B5DA3934914C}"/>
              </a:ext>
            </a:extLst>
          </p:cNvPr>
          <p:cNvSpPr>
            <a:spLocks noGrp="1"/>
          </p:cNvSpPr>
          <p:nvPr>
            <p:ph type="body" sz="quarter" idx="35" hasCustomPrompt="1"/>
          </p:nvPr>
        </p:nvSpPr>
        <p:spPr>
          <a:xfrm>
            <a:off x="835310" y="576371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64" name="Picture Placeholder 9">
            <a:extLst>
              <a:ext uri="{FF2B5EF4-FFF2-40B4-BE49-F238E27FC236}">
                <a16:creationId xmlns:a16="http://schemas.microsoft.com/office/drawing/2014/main" id="{280147ED-89CE-475D-A96F-AA7A912E00B8}"/>
              </a:ext>
            </a:extLst>
          </p:cNvPr>
          <p:cNvSpPr>
            <a:spLocks noGrp="1"/>
          </p:cNvSpPr>
          <p:nvPr>
            <p:ph type="pic" sz="quarter" idx="36" hasCustomPrompt="1"/>
          </p:nvPr>
        </p:nvSpPr>
        <p:spPr>
          <a:xfrm>
            <a:off x="3422234" y="4129478"/>
            <a:ext cx="1010175" cy="1144666"/>
          </a:xfrm>
          <a:prstGeom prst="rect">
            <a:avLst/>
          </a:prstGeom>
        </p:spPr>
        <p:txBody>
          <a:bodyPr rtlCol="0"/>
          <a:lstStyle>
            <a:lvl1pPr marL="0" indent="0" algn="ctr">
              <a:buNone/>
              <a:defRPr/>
            </a:lvl1pPr>
          </a:lstStyle>
          <a:p>
            <a:pPr rtl="0"/>
            <a:r>
              <a:rPr lang="en-GB" noProof="0"/>
              <a:t>Click to add photo</a:t>
            </a:r>
          </a:p>
        </p:txBody>
      </p:sp>
      <p:sp>
        <p:nvSpPr>
          <p:cNvPr id="65" name="Rectangle 64">
            <a:extLst>
              <a:ext uri="{FF2B5EF4-FFF2-40B4-BE49-F238E27FC236}">
                <a16:creationId xmlns:a16="http://schemas.microsoft.com/office/drawing/2014/main" id="{B10D74ED-CECE-4A22-B877-966D53821E46}"/>
              </a:ext>
              <a:ext uri="{C183D7F6-B498-43B3-948B-1728B52AA6E4}">
                <adec:decorative xmlns:adec="http://schemas.microsoft.com/office/drawing/2017/decorative" val="1"/>
              </a:ext>
            </a:extLst>
          </p:cNvPr>
          <p:cNvSpPr/>
          <p:nvPr userDrawn="1"/>
        </p:nvSpPr>
        <p:spPr>
          <a:xfrm>
            <a:off x="3328900" y="398658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66" name="Text Placeholder 10">
            <a:extLst>
              <a:ext uri="{FF2B5EF4-FFF2-40B4-BE49-F238E27FC236}">
                <a16:creationId xmlns:a16="http://schemas.microsoft.com/office/drawing/2014/main" id="{0C937A25-DAA7-4478-ADF6-728F4D61897E}"/>
              </a:ext>
            </a:extLst>
          </p:cNvPr>
          <p:cNvSpPr>
            <a:spLocks noGrp="1"/>
          </p:cNvSpPr>
          <p:nvPr>
            <p:ph type="body" sz="quarter" idx="37" hasCustomPrompt="1"/>
          </p:nvPr>
        </p:nvSpPr>
        <p:spPr>
          <a:xfrm>
            <a:off x="2986769" y="548013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67" name="Text Placeholder 10">
            <a:extLst>
              <a:ext uri="{FF2B5EF4-FFF2-40B4-BE49-F238E27FC236}">
                <a16:creationId xmlns:a16="http://schemas.microsoft.com/office/drawing/2014/main" id="{8AB48703-9A4A-440C-9049-7FE889764E5D}"/>
              </a:ext>
            </a:extLst>
          </p:cNvPr>
          <p:cNvSpPr>
            <a:spLocks noGrp="1"/>
          </p:cNvSpPr>
          <p:nvPr>
            <p:ph type="body" sz="quarter" idx="38" hasCustomPrompt="1"/>
          </p:nvPr>
        </p:nvSpPr>
        <p:spPr>
          <a:xfrm>
            <a:off x="2986769" y="576371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68" name="Picture Placeholder 9">
            <a:extLst>
              <a:ext uri="{FF2B5EF4-FFF2-40B4-BE49-F238E27FC236}">
                <a16:creationId xmlns:a16="http://schemas.microsoft.com/office/drawing/2014/main" id="{5D9D5119-D677-47FD-AEEB-49FE4DDEF6B0}"/>
              </a:ext>
            </a:extLst>
          </p:cNvPr>
          <p:cNvSpPr>
            <a:spLocks noGrp="1"/>
          </p:cNvSpPr>
          <p:nvPr>
            <p:ph type="pic" sz="quarter" idx="39" hasCustomPrompt="1"/>
          </p:nvPr>
        </p:nvSpPr>
        <p:spPr>
          <a:xfrm>
            <a:off x="5573692" y="4129478"/>
            <a:ext cx="1010175" cy="1144666"/>
          </a:xfrm>
          <a:prstGeom prst="rect">
            <a:avLst/>
          </a:prstGeom>
        </p:spPr>
        <p:txBody>
          <a:bodyPr rtlCol="0"/>
          <a:lstStyle>
            <a:lvl1pPr marL="0" indent="0" algn="ctr">
              <a:buNone/>
              <a:defRPr/>
            </a:lvl1pPr>
          </a:lstStyle>
          <a:p>
            <a:pPr rtl="0"/>
            <a:r>
              <a:rPr lang="en-GB" noProof="0"/>
              <a:t>Click to add photo</a:t>
            </a:r>
          </a:p>
        </p:txBody>
      </p:sp>
      <p:sp>
        <p:nvSpPr>
          <p:cNvPr id="69" name="Rectangle 68">
            <a:extLst>
              <a:ext uri="{FF2B5EF4-FFF2-40B4-BE49-F238E27FC236}">
                <a16:creationId xmlns:a16="http://schemas.microsoft.com/office/drawing/2014/main" id="{0AF0F623-CF57-4D6B-87F3-FD410516E16D}"/>
              </a:ext>
              <a:ext uri="{C183D7F6-B498-43B3-948B-1728B52AA6E4}">
                <adec:decorative xmlns:adec="http://schemas.microsoft.com/office/drawing/2017/decorative" val="1"/>
              </a:ext>
            </a:extLst>
          </p:cNvPr>
          <p:cNvSpPr/>
          <p:nvPr userDrawn="1"/>
        </p:nvSpPr>
        <p:spPr>
          <a:xfrm>
            <a:off x="5480359" y="3986587"/>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70" name="Text Placeholder 10">
            <a:extLst>
              <a:ext uri="{FF2B5EF4-FFF2-40B4-BE49-F238E27FC236}">
                <a16:creationId xmlns:a16="http://schemas.microsoft.com/office/drawing/2014/main" id="{3BE3B8C3-ECB9-46D2-B11F-A55699097486}"/>
              </a:ext>
            </a:extLst>
          </p:cNvPr>
          <p:cNvSpPr>
            <a:spLocks noGrp="1"/>
          </p:cNvSpPr>
          <p:nvPr>
            <p:ph type="body" sz="quarter" idx="40" hasCustomPrompt="1"/>
          </p:nvPr>
        </p:nvSpPr>
        <p:spPr>
          <a:xfrm>
            <a:off x="5138229" y="5480130"/>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71" name="Text Placeholder 10">
            <a:extLst>
              <a:ext uri="{FF2B5EF4-FFF2-40B4-BE49-F238E27FC236}">
                <a16:creationId xmlns:a16="http://schemas.microsoft.com/office/drawing/2014/main" id="{FB1EE68D-97FA-4EA4-B792-5AC6C49F9021}"/>
              </a:ext>
            </a:extLst>
          </p:cNvPr>
          <p:cNvSpPr>
            <a:spLocks noGrp="1"/>
          </p:cNvSpPr>
          <p:nvPr>
            <p:ph type="body" sz="quarter" idx="41" hasCustomPrompt="1"/>
          </p:nvPr>
        </p:nvSpPr>
        <p:spPr>
          <a:xfrm>
            <a:off x="5138229" y="5763717"/>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72" name="Picture Placeholder 9">
            <a:extLst>
              <a:ext uri="{FF2B5EF4-FFF2-40B4-BE49-F238E27FC236}">
                <a16:creationId xmlns:a16="http://schemas.microsoft.com/office/drawing/2014/main" id="{7E98343B-32E9-4538-991A-B5EACD651D41}"/>
              </a:ext>
            </a:extLst>
          </p:cNvPr>
          <p:cNvSpPr>
            <a:spLocks noGrp="1"/>
          </p:cNvSpPr>
          <p:nvPr>
            <p:ph type="pic" sz="quarter" idx="42" hasCustomPrompt="1"/>
          </p:nvPr>
        </p:nvSpPr>
        <p:spPr>
          <a:xfrm>
            <a:off x="7725150" y="4125872"/>
            <a:ext cx="1010175" cy="1144666"/>
          </a:xfrm>
          <a:prstGeom prst="rect">
            <a:avLst/>
          </a:prstGeom>
        </p:spPr>
        <p:txBody>
          <a:bodyPr rtlCol="0"/>
          <a:lstStyle>
            <a:lvl1pPr marL="0" indent="0" algn="ctr">
              <a:buNone/>
              <a:defRPr/>
            </a:lvl1pPr>
          </a:lstStyle>
          <a:p>
            <a:pPr rtl="0"/>
            <a:r>
              <a:rPr lang="en-GB" noProof="0"/>
              <a:t>Click to add photo</a:t>
            </a:r>
          </a:p>
        </p:txBody>
      </p:sp>
      <p:sp>
        <p:nvSpPr>
          <p:cNvPr id="73" name="Rectangle 72">
            <a:extLst>
              <a:ext uri="{FF2B5EF4-FFF2-40B4-BE49-F238E27FC236}">
                <a16:creationId xmlns:a16="http://schemas.microsoft.com/office/drawing/2014/main" id="{823CC91A-02A3-4B96-BCEE-76C1D25CCDC3}"/>
              </a:ext>
              <a:ext uri="{C183D7F6-B498-43B3-948B-1728B52AA6E4}">
                <adec:decorative xmlns:adec="http://schemas.microsoft.com/office/drawing/2017/decorative" val="1"/>
              </a:ext>
            </a:extLst>
          </p:cNvPr>
          <p:cNvSpPr/>
          <p:nvPr userDrawn="1"/>
        </p:nvSpPr>
        <p:spPr>
          <a:xfrm>
            <a:off x="7631815" y="3982981"/>
            <a:ext cx="1196844"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74" name="Text Placeholder 10">
            <a:extLst>
              <a:ext uri="{FF2B5EF4-FFF2-40B4-BE49-F238E27FC236}">
                <a16:creationId xmlns:a16="http://schemas.microsoft.com/office/drawing/2014/main" id="{DBE2EAAB-674D-41E1-92E6-A7459FEFDAEC}"/>
              </a:ext>
            </a:extLst>
          </p:cNvPr>
          <p:cNvSpPr>
            <a:spLocks noGrp="1"/>
          </p:cNvSpPr>
          <p:nvPr>
            <p:ph type="body" sz="quarter" idx="43" hasCustomPrompt="1"/>
          </p:nvPr>
        </p:nvSpPr>
        <p:spPr>
          <a:xfrm>
            <a:off x="7289685" y="5476524"/>
            <a:ext cx="1881104" cy="348421"/>
          </a:xfrm>
          <a:prstGeom prst="rect">
            <a:avLst/>
          </a:prstGeom>
        </p:spPr>
        <p:txBody>
          <a:bodyPr rtlCol="0" anchor="b"/>
          <a:lstStyle>
            <a:lvl1pPr marL="0" indent="0" algn="ctr">
              <a:buNone/>
              <a:defRPr sz="1200" cap="all" spc="75" baseline="0">
                <a:solidFill>
                  <a:schemeClr val="accent4">
                    <a:lumMod val="50000"/>
                  </a:schemeClr>
                </a:solidFill>
                <a:latin typeface="+mj-lt"/>
              </a:defRPr>
            </a:lvl1pPr>
          </a:lstStyle>
          <a:p>
            <a:pPr lvl="0" rtl="0"/>
            <a:r>
              <a:rPr lang="en-GB" noProof="0"/>
              <a:t>Add name</a:t>
            </a:r>
          </a:p>
        </p:txBody>
      </p:sp>
      <p:sp>
        <p:nvSpPr>
          <p:cNvPr id="75" name="Text Placeholder 10">
            <a:extLst>
              <a:ext uri="{FF2B5EF4-FFF2-40B4-BE49-F238E27FC236}">
                <a16:creationId xmlns:a16="http://schemas.microsoft.com/office/drawing/2014/main" id="{C60D862C-3474-4A4A-8557-AD2C7917BFE2}"/>
              </a:ext>
            </a:extLst>
          </p:cNvPr>
          <p:cNvSpPr>
            <a:spLocks noGrp="1"/>
          </p:cNvSpPr>
          <p:nvPr>
            <p:ph type="body" sz="quarter" idx="44" hasCustomPrompt="1"/>
          </p:nvPr>
        </p:nvSpPr>
        <p:spPr>
          <a:xfrm>
            <a:off x="7289685" y="5760111"/>
            <a:ext cx="1881104" cy="287066"/>
          </a:xfrm>
          <a:prstGeom prst="rect">
            <a:avLst/>
          </a:prstGeom>
        </p:spPr>
        <p:txBody>
          <a:bodyPr rtlCol="0" anchor="t"/>
          <a:lstStyle>
            <a:lvl1pPr marL="0" indent="0" algn="ctr">
              <a:buNone/>
              <a:defRPr sz="900" cap="none" spc="75" baseline="0">
                <a:solidFill>
                  <a:schemeClr val="tx1"/>
                </a:solidFill>
                <a:latin typeface="+mn-lt"/>
              </a:defRPr>
            </a:lvl1pPr>
          </a:lstStyle>
          <a:p>
            <a:pPr lvl="0" rtl="0"/>
            <a:r>
              <a:rPr lang="en-GB" noProof="0"/>
              <a:t>Add title</a:t>
            </a:r>
          </a:p>
        </p:txBody>
      </p:sp>
      <p:sp>
        <p:nvSpPr>
          <p:cNvPr id="3" name="Date Placeholder 2">
            <a:extLst>
              <a:ext uri="{FF2B5EF4-FFF2-40B4-BE49-F238E27FC236}">
                <a16:creationId xmlns:a16="http://schemas.microsoft.com/office/drawing/2014/main" id="{63508728-25CF-4DB1-9A83-FAFA5ABEC903}"/>
              </a:ext>
            </a:extLst>
          </p:cNvPr>
          <p:cNvSpPr>
            <a:spLocks noGrp="1"/>
          </p:cNvSpPr>
          <p:nvPr>
            <p:ph type="dt" sz="half" idx="10"/>
          </p:nvPr>
        </p:nvSpPr>
        <p:spPr>
          <a:xfrm>
            <a:off x="681038" y="6356353"/>
            <a:ext cx="2228850" cy="365125"/>
          </a:xfrm>
          <a:prstGeom prst="rect">
            <a:avLst/>
          </a:prstGeom>
        </p:spPr>
        <p:txBody>
          <a:bodyPr rtlCol="0"/>
          <a:lstStyle/>
          <a:p>
            <a:pPr rtl="0"/>
            <a:r>
              <a:rPr lang="en-GB" noProof="0"/>
              <a:t>20XX</a:t>
            </a:r>
          </a:p>
        </p:txBody>
      </p:sp>
      <p:sp>
        <p:nvSpPr>
          <p:cNvPr id="4" name="Footer Placeholder 3">
            <a:extLst>
              <a:ext uri="{FF2B5EF4-FFF2-40B4-BE49-F238E27FC236}">
                <a16:creationId xmlns:a16="http://schemas.microsoft.com/office/drawing/2014/main" id="{99D454F9-A55F-44A0-9695-FC40C6684C20}"/>
              </a:ext>
            </a:extLst>
          </p:cNvPr>
          <p:cNvSpPr>
            <a:spLocks noGrp="1"/>
          </p:cNvSpPr>
          <p:nvPr>
            <p:ph type="ftr" sz="quarter" idx="11"/>
          </p:nvPr>
        </p:nvSpPr>
        <p:spPr>
          <a:xfrm>
            <a:off x="3281364" y="6356353"/>
            <a:ext cx="3343275" cy="365125"/>
          </a:xfrm>
          <a:prstGeom prst="rect">
            <a:avLst/>
          </a:prstGeom>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0A38C64F-7F14-454A-B830-80CCE5B1D7B9}"/>
              </a:ext>
            </a:extLst>
          </p:cNvPr>
          <p:cNvSpPr>
            <a:spLocks noGrp="1"/>
          </p:cNvSpPr>
          <p:nvPr>
            <p:ph type="sldNum" sz="quarter" idx="12"/>
          </p:nvPr>
        </p:nvSpPr>
        <p:spPr>
          <a:xfrm>
            <a:off x="6996113" y="6356353"/>
            <a:ext cx="2228850" cy="365125"/>
          </a:xfrm>
          <a:prstGeom prst="rect">
            <a:avLst/>
          </a:prstGeom>
        </p:spPr>
        <p:txBody>
          <a:bodyPr rtlCol="0"/>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828162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C64230-8BD4-4150-967D-421B6FE432E3}"/>
              </a:ext>
              <a:ext uri="{C183D7F6-B498-43B3-948B-1728B52AA6E4}">
                <adec:decorative xmlns:adec="http://schemas.microsoft.com/office/drawing/2017/decorative" val="1"/>
              </a:ext>
            </a:extLst>
          </p:cNvPr>
          <p:cNvSpPr/>
          <p:nvPr userDrawn="1"/>
        </p:nvSpPr>
        <p:spPr>
          <a:xfrm>
            <a:off x="0" y="3"/>
            <a:ext cx="9906000" cy="21705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3" name="Title 2">
            <a:extLst>
              <a:ext uri="{FF2B5EF4-FFF2-40B4-BE49-F238E27FC236}">
                <a16:creationId xmlns:a16="http://schemas.microsoft.com/office/drawing/2014/main" id="{BBA8AE08-0788-4D8A-8C9D-7E5AAA112A39}"/>
              </a:ext>
            </a:extLst>
          </p:cNvPr>
          <p:cNvSpPr>
            <a:spLocks noGrp="1"/>
          </p:cNvSpPr>
          <p:nvPr>
            <p:ph type="title" hasCustomPrompt="1"/>
          </p:nvPr>
        </p:nvSpPr>
        <p:spPr>
          <a:xfrm>
            <a:off x="3281364" y="615940"/>
            <a:ext cx="3361525" cy="938778"/>
          </a:xfrm>
          <a:prstGeom prst="rect">
            <a:avLst/>
          </a:prstGeom>
        </p:spPr>
        <p:txBody>
          <a:bodyPr rtlCol="0" anchor="ctr"/>
          <a:lstStyle>
            <a:lvl1pPr algn="ctr">
              <a:defRPr lang="en-US" sz="1800" cap="all" spc="75" baseline="0">
                <a:solidFill>
                  <a:schemeClr val="tx2">
                    <a:lumMod val="75000"/>
                  </a:schemeClr>
                </a:solidFill>
              </a:defRPr>
            </a:lvl1pPr>
          </a:lstStyle>
          <a:p>
            <a:pPr rtl="0"/>
            <a:r>
              <a:rPr lang="en-GB" noProof="0"/>
              <a:t>Click to add title</a:t>
            </a:r>
          </a:p>
        </p:txBody>
      </p:sp>
      <p:sp>
        <p:nvSpPr>
          <p:cNvPr id="18" name="Text Placeholder 10">
            <a:extLst>
              <a:ext uri="{FF2B5EF4-FFF2-40B4-BE49-F238E27FC236}">
                <a16:creationId xmlns:a16="http://schemas.microsoft.com/office/drawing/2014/main" id="{8A119E1C-2243-42E2-8A58-CC171131D195}"/>
              </a:ext>
            </a:extLst>
          </p:cNvPr>
          <p:cNvSpPr>
            <a:spLocks noGrp="1"/>
          </p:cNvSpPr>
          <p:nvPr>
            <p:ph type="body" sz="quarter" idx="21" hasCustomPrompt="1"/>
          </p:nvPr>
        </p:nvSpPr>
        <p:spPr>
          <a:xfrm>
            <a:off x="894702" y="3079567"/>
            <a:ext cx="975122" cy="1151632"/>
          </a:xfrm>
          <a:prstGeom prst="rect">
            <a:avLst/>
          </a:prstGeom>
        </p:spPr>
        <p:txBody>
          <a:bodyPr rtlCol="0" anchor="ctr"/>
          <a:lstStyle>
            <a:lvl1pPr marL="0" indent="0" algn="ctr">
              <a:lnSpc>
                <a:spcPct val="70000"/>
              </a:lnSpc>
              <a:spcBef>
                <a:spcPts val="0"/>
              </a:spcBef>
              <a:spcAft>
                <a:spcPts val="0"/>
              </a:spcAft>
              <a:buNone/>
              <a:defRPr sz="2400" cap="all" spc="300" baseline="0">
                <a:solidFill>
                  <a:schemeClr val="tx2"/>
                </a:solidFill>
                <a:latin typeface="+mj-lt"/>
              </a:defRPr>
            </a:lvl1pPr>
          </a:lstStyle>
          <a:p>
            <a:pPr lvl="0" rtl="0"/>
            <a:r>
              <a:rPr lang="en-GB" noProof="0"/>
              <a:t>add</a:t>
            </a:r>
          </a:p>
        </p:txBody>
      </p:sp>
      <p:sp>
        <p:nvSpPr>
          <p:cNvPr id="59" name="Text Placeholder 10">
            <a:extLst>
              <a:ext uri="{FF2B5EF4-FFF2-40B4-BE49-F238E27FC236}">
                <a16:creationId xmlns:a16="http://schemas.microsoft.com/office/drawing/2014/main" id="{337797F5-74CE-492B-806B-221CAF3535C7}"/>
              </a:ext>
            </a:extLst>
          </p:cNvPr>
          <p:cNvSpPr>
            <a:spLocks noGrp="1"/>
          </p:cNvSpPr>
          <p:nvPr>
            <p:ph type="body" sz="quarter" idx="27" hasCustomPrompt="1"/>
          </p:nvPr>
        </p:nvSpPr>
        <p:spPr>
          <a:xfrm>
            <a:off x="3258849" y="3079567"/>
            <a:ext cx="994385" cy="1151632"/>
          </a:xfrm>
          <a:prstGeom prst="rect">
            <a:avLst/>
          </a:prstGeom>
        </p:spPr>
        <p:txBody>
          <a:bodyPr rtlCol="0" anchor="ctr"/>
          <a:lstStyle>
            <a:lvl1pPr marL="0" indent="0" algn="ctr">
              <a:lnSpc>
                <a:spcPct val="70000"/>
              </a:lnSpc>
              <a:spcBef>
                <a:spcPts val="0"/>
              </a:spcBef>
              <a:spcAft>
                <a:spcPts val="0"/>
              </a:spcAft>
              <a:buNone/>
              <a:defRPr sz="2400" cap="all" spc="300" baseline="0">
                <a:solidFill>
                  <a:schemeClr val="tx2"/>
                </a:solidFill>
                <a:latin typeface="+mj-lt"/>
              </a:defRPr>
            </a:lvl1pPr>
          </a:lstStyle>
          <a:p>
            <a:pPr lvl="0" rtl="0"/>
            <a:r>
              <a:rPr lang="en-GB" noProof="0"/>
              <a:t>add</a:t>
            </a:r>
          </a:p>
        </p:txBody>
      </p:sp>
      <p:sp>
        <p:nvSpPr>
          <p:cNvPr id="60" name="Text Placeholder 10">
            <a:extLst>
              <a:ext uri="{FF2B5EF4-FFF2-40B4-BE49-F238E27FC236}">
                <a16:creationId xmlns:a16="http://schemas.microsoft.com/office/drawing/2014/main" id="{2431D1A0-10D1-4D2E-AC6F-F8C9E6A22601}"/>
              </a:ext>
            </a:extLst>
          </p:cNvPr>
          <p:cNvSpPr>
            <a:spLocks noGrp="1"/>
          </p:cNvSpPr>
          <p:nvPr>
            <p:ph type="body" sz="quarter" idx="28" hasCustomPrompt="1"/>
          </p:nvPr>
        </p:nvSpPr>
        <p:spPr>
          <a:xfrm>
            <a:off x="5677956" y="3079567"/>
            <a:ext cx="964933" cy="1151632"/>
          </a:xfrm>
          <a:prstGeom prst="rect">
            <a:avLst/>
          </a:prstGeom>
        </p:spPr>
        <p:txBody>
          <a:bodyPr rtlCol="0" anchor="ctr"/>
          <a:lstStyle>
            <a:lvl1pPr marL="0" indent="0" algn="ctr">
              <a:lnSpc>
                <a:spcPct val="70000"/>
              </a:lnSpc>
              <a:spcBef>
                <a:spcPts val="0"/>
              </a:spcBef>
              <a:spcAft>
                <a:spcPts val="0"/>
              </a:spcAft>
              <a:buNone/>
              <a:defRPr sz="2400" cap="all" spc="300" baseline="0">
                <a:solidFill>
                  <a:schemeClr val="tx2"/>
                </a:solidFill>
                <a:latin typeface="+mj-lt"/>
              </a:defRPr>
            </a:lvl1pPr>
          </a:lstStyle>
          <a:p>
            <a:pPr lvl="0" rtl="0"/>
            <a:r>
              <a:rPr lang="en-GB" noProof="0"/>
              <a:t>add</a:t>
            </a:r>
          </a:p>
        </p:txBody>
      </p:sp>
      <p:sp>
        <p:nvSpPr>
          <p:cNvPr id="61" name="Text Placeholder 10">
            <a:extLst>
              <a:ext uri="{FF2B5EF4-FFF2-40B4-BE49-F238E27FC236}">
                <a16:creationId xmlns:a16="http://schemas.microsoft.com/office/drawing/2014/main" id="{4028BD6A-568F-4A16-AE86-5D88861C3BB5}"/>
              </a:ext>
            </a:extLst>
          </p:cNvPr>
          <p:cNvSpPr>
            <a:spLocks noGrp="1"/>
          </p:cNvSpPr>
          <p:nvPr>
            <p:ph type="body" sz="quarter" idx="29" hasCustomPrompt="1"/>
          </p:nvPr>
        </p:nvSpPr>
        <p:spPr>
          <a:xfrm>
            <a:off x="8026998" y="3079567"/>
            <a:ext cx="984575" cy="1151632"/>
          </a:xfrm>
          <a:prstGeom prst="rect">
            <a:avLst/>
          </a:prstGeom>
        </p:spPr>
        <p:txBody>
          <a:bodyPr rtlCol="0" anchor="ctr"/>
          <a:lstStyle>
            <a:lvl1pPr marL="0" indent="0" algn="ctr">
              <a:lnSpc>
                <a:spcPct val="70000"/>
              </a:lnSpc>
              <a:spcBef>
                <a:spcPts val="0"/>
              </a:spcBef>
              <a:spcAft>
                <a:spcPts val="0"/>
              </a:spcAft>
              <a:buNone/>
              <a:defRPr sz="2400" cap="all" spc="300" baseline="0">
                <a:solidFill>
                  <a:schemeClr val="tx2"/>
                </a:solidFill>
                <a:latin typeface="+mj-lt"/>
              </a:defRPr>
            </a:lvl1pPr>
          </a:lstStyle>
          <a:p>
            <a:pPr lvl="0" rtl="0"/>
            <a:r>
              <a:rPr lang="en-GB" noProof="0"/>
              <a:t>add</a:t>
            </a:r>
          </a:p>
        </p:txBody>
      </p:sp>
      <p:sp>
        <p:nvSpPr>
          <p:cNvPr id="52" name="Text Placeholder 10">
            <a:extLst>
              <a:ext uri="{FF2B5EF4-FFF2-40B4-BE49-F238E27FC236}">
                <a16:creationId xmlns:a16="http://schemas.microsoft.com/office/drawing/2014/main" id="{2E935678-32B2-4589-933F-F74B3E68FFA6}"/>
              </a:ext>
            </a:extLst>
          </p:cNvPr>
          <p:cNvSpPr>
            <a:spLocks noGrp="1"/>
          </p:cNvSpPr>
          <p:nvPr>
            <p:ph type="body" sz="quarter" idx="16" hasCustomPrompt="1"/>
          </p:nvPr>
        </p:nvSpPr>
        <p:spPr>
          <a:xfrm>
            <a:off x="414748" y="4524197"/>
            <a:ext cx="1935029" cy="632643"/>
          </a:xfrm>
          <a:prstGeom prst="rect">
            <a:avLst/>
          </a:prstGeom>
        </p:spPr>
        <p:txBody>
          <a:bodyPr rtlCol="0" anchor="b"/>
          <a:lstStyle>
            <a:lvl1pPr marL="0" indent="0" algn="ctr">
              <a:buNone/>
              <a:defRPr sz="1350" cap="all" spc="75" baseline="0">
                <a:solidFill>
                  <a:schemeClr val="tx2"/>
                </a:solidFill>
                <a:latin typeface="+mj-lt"/>
              </a:defRPr>
            </a:lvl1pPr>
          </a:lstStyle>
          <a:p>
            <a:pPr lvl="0" rtl="0"/>
            <a:r>
              <a:rPr lang="en-GB" noProof="0"/>
              <a:t>Click to add subtitle</a:t>
            </a:r>
          </a:p>
        </p:txBody>
      </p:sp>
      <p:sp>
        <p:nvSpPr>
          <p:cNvPr id="51" name="Text Placeholder 10">
            <a:extLst>
              <a:ext uri="{FF2B5EF4-FFF2-40B4-BE49-F238E27FC236}">
                <a16:creationId xmlns:a16="http://schemas.microsoft.com/office/drawing/2014/main" id="{B3C5A73C-51DD-4781-943C-235704BBF6B5}"/>
              </a:ext>
            </a:extLst>
          </p:cNvPr>
          <p:cNvSpPr>
            <a:spLocks noGrp="1"/>
          </p:cNvSpPr>
          <p:nvPr>
            <p:ph type="body" sz="quarter" idx="26" hasCustomPrompt="1"/>
          </p:nvPr>
        </p:nvSpPr>
        <p:spPr>
          <a:xfrm>
            <a:off x="414748" y="5156838"/>
            <a:ext cx="1935029" cy="905378"/>
          </a:xfrm>
          <a:prstGeom prst="rect">
            <a:avLst/>
          </a:prstGeom>
        </p:spPr>
        <p:txBody>
          <a:bodyPr rtlCol="0" anchor="t"/>
          <a:lstStyle>
            <a:lvl1pPr marL="0" indent="0" algn="ctr">
              <a:lnSpc>
                <a:spcPct val="100000"/>
              </a:lnSpc>
              <a:spcBef>
                <a:spcPts val="0"/>
              </a:spcBef>
              <a:buNone/>
              <a:defRPr sz="1050" cap="none" spc="75" baseline="0">
                <a:solidFill>
                  <a:schemeClr val="tx1"/>
                </a:solidFill>
                <a:latin typeface="+mn-lt"/>
              </a:defRPr>
            </a:lvl1pPr>
          </a:lstStyle>
          <a:p>
            <a:pPr lvl="0" rtl="0"/>
            <a:r>
              <a:rPr lang="en-GB" noProof="0"/>
              <a:t>Click to add text</a:t>
            </a:r>
          </a:p>
        </p:txBody>
      </p:sp>
      <p:sp>
        <p:nvSpPr>
          <p:cNvPr id="78" name="Text Placeholder 10">
            <a:extLst>
              <a:ext uri="{FF2B5EF4-FFF2-40B4-BE49-F238E27FC236}">
                <a16:creationId xmlns:a16="http://schemas.microsoft.com/office/drawing/2014/main" id="{AD95FB24-5DA0-4000-B023-A00C32D53F08}"/>
              </a:ext>
            </a:extLst>
          </p:cNvPr>
          <p:cNvSpPr>
            <a:spLocks noGrp="1"/>
          </p:cNvSpPr>
          <p:nvPr>
            <p:ph type="body" sz="quarter" idx="31" hasCustomPrompt="1"/>
          </p:nvPr>
        </p:nvSpPr>
        <p:spPr>
          <a:xfrm>
            <a:off x="2788527" y="4524197"/>
            <a:ext cx="1935029" cy="632643"/>
          </a:xfrm>
          <a:prstGeom prst="rect">
            <a:avLst/>
          </a:prstGeom>
        </p:spPr>
        <p:txBody>
          <a:bodyPr rtlCol="0" anchor="b"/>
          <a:lstStyle>
            <a:lvl1pPr marL="0" indent="0" algn="ctr">
              <a:buNone/>
              <a:defRPr sz="1350" cap="all" spc="75" baseline="0">
                <a:solidFill>
                  <a:schemeClr val="tx2"/>
                </a:solidFill>
                <a:latin typeface="+mj-lt"/>
              </a:defRPr>
            </a:lvl1pPr>
          </a:lstStyle>
          <a:p>
            <a:pPr lvl="0" rtl="0"/>
            <a:r>
              <a:rPr lang="en-GB" noProof="0"/>
              <a:t>Click to add subtitle</a:t>
            </a:r>
          </a:p>
        </p:txBody>
      </p:sp>
      <p:sp>
        <p:nvSpPr>
          <p:cNvPr id="77" name="Text Placeholder 10">
            <a:extLst>
              <a:ext uri="{FF2B5EF4-FFF2-40B4-BE49-F238E27FC236}">
                <a16:creationId xmlns:a16="http://schemas.microsoft.com/office/drawing/2014/main" id="{7455F56A-A263-4D13-A484-2D15CD61D0FC}"/>
              </a:ext>
            </a:extLst>
          </p:cNvPr>
          <p:cNvSpPr>
            <a:spLocks noGrp="1"/>
          </p:cNvSpPr>
          <p:nvPr>
            <p:ph type="body" sz="quarter" idx="30" hasCustomPrompt="1"/>
          </p:nvPr>
        </p:nvSpPr>
        <p:spPr>
          <a:xfrm>
            <a:off x="2788527" y="5156837"/>
            <a:ext cx="1935029" cy="905378"/>
          </a:xfrm>
          <a:prstGeom prst="rect">
            <a:avLst/>
          </a:prstGeom>
        </p:spPr>
        <p:txBody>
          <a:bodyPr rtlCol="0" anchor="t"/>
          <a:lstStyle>
            <a:lvl1pPr marL="0" indent="0" algn="ctr">
              <a:lnSpc>
                <a:spcPct val="100000"/>
              </a:lnSpc>
              <a:spcBef>
                <a:spcPts val="0"/>
              </a:spcBef>
              <a:buNone/>
              <a:defRPr sz="1050" cap="none" spc="75" baseline="0">
                <a:solidFill>
                  <a:schemeClr val="tx1"/>
                </a:solidFill>
                <a:latin typeface="+mn-lt"/>
              </a:defRPr>
            </a:lvl1pPr>
          </a:lstStyle>
          <a:p>
            <a:pPr lvl="0" rtl="0"/>
            <a:r>
              <a:rPr lang="en-GB" noProof="0"/>
              <a:t>Click to add text</a:t>
            </a:r>
          </a:p>
        </p:txBody>
      </p:sp>
      <p:sp>
        <p:nvSpPr>
          <p:cNvPr id="80" name="Text Placeholder 10">
            <a:extLst>
              <a:ext uri="{FF2B5EF4-FFF2-40B4-BE49-F238E27FC236}">
                <a16:creationId xmlns:a16="http://schemas.microsoft.com/office/drawing/2014/main" id="{6C6ABB33-3D98-4D76-B96F-65F574936223}"/>
              </a:ext>
            </a:extLst>
          </p:cNvPr>
          <p:cNvSpPr>
            <a:spLocks noGrp="1"/>
          </p:cNvSpPr>
          <p:nvPr>
            <p:ph type="body" sz="quarter" idx="33" hasCustomPrompt="1"/>
          </p:nvPr>
        </p:nvSpPr>
        <p:spPr>
          <a:xfrm>
            <a:off x="5192908" y="4524197"/>
            <a:ext cx="1935029" cy="632643"/>
          </a:xfrm>
          <a:prstGeom prst="rect">
            <a:avLst/>
          </a:prstGeom>
        </p:spPr>
        <p:txBody>
          <a:bodyPr rtlCol="0" anchor="b"/>
          <a:lstStyle>
            <a:lvl1pPr marL="0" indent="0" algn="ctr">
              <a:buNone/>
              <a:defRPr sz="1350" cap="all" spc="75" baseline="0">
                <a:solidFill>
                  <a:schemeClr val="tx2"/>
                </a:solidFill>
                <a:latin typeface="+mj-lt"/>
              </a:defRPr>
            </a:lvl1pPr>
          </a:lstStyle>
          <a:p>
            <a:pPr lvl="0" rtl="0"/>
            <a:r>
              <a:rPr lang="en-GB" noProof="0"/>
              <a:t>Click to add subtitle</a:t>
            </a:r>
          </a:p>
        </p:txBody>
      </p:sp>
      <p:sp>
        <p:nvSpPr>
          <p:cNvPr id="79" name="Text Placeholder 10">
            <a:extLst>
              <a:ext uri="{FF2B5EF4-FFF2-40B4-BE49-F238E27FC236}">
                <a16:creationId xmlns:a16="http://schemas.microsoft.com/office/drawing/2014/main" id="{8EA8275A-A17A-42ED-9DDC-5F06000BFBEF}"/>
              </a:ext>
            </a:extLst>
          </p:cNvPr>
          <p:cNvSpPr>
            <a:spLocks noGrp="1"/>
          </p:cNvSpPr>
          <p:nvPr>
            <p:ph type="body" sz="quarter" idx="32" hasCustomPrompt="1"/>
          </p:nvPr>
        </p:nvSpPr>
        <p:spPr>
          <a:xfrm>
            <a:off x="5192908" y="5157592"/>
            <a:ext cx="1935029" cy="905378"/>
          </a:xfrm>
          <a:prstGeom prst="rect">
            <a:avLst/>
          </a:prstGeom>
        </p:spPr>
        <p:txBody>
          <a:bodyPr rtlCol="0" anchor="t"/>
          <a:lstStyle>
            <a:lvl1pPr marL="0" indent="0" algn="ctr">
              <a:lnSpc>
                <a:spcPct val="100000"/>
              </a:lnSpc>
              <a:spcBef>
                <a:spcPts val="0"/>
              </a:spcBef>
              <a:buNone/>
              <a:defRPr sz="1050" cap="none" spc="75" baseline="0">
                <a:solidFill>
                  <a:schemeClr val="tx1"/>
                </a:solidFill>
                <a:latin typeface="+mn-lt"/>
              </a:defRPr>
            </a:lvl1pPr>
          </a:lstStyle>
          <a:p>
            <a:pPr lvl="0" rtl="0"/>
            <a:r>
              <a:rPr lang="en-GB" noProof="0"/>
              <a:t>Click to add text</a:t>
            </a:r>
          </a:p>
        </p:txBody>
      </p:sp>
      <p:sp>
        <p:nvSpPr>
          <p:cNvPr id="82" name="Text Placeholder 10">
            <a:extLst>
              <a:ext uri="{FF2B5EF4-FFF2-40B4-BE49-F238E27FC236}">
                <a16:creationId xmlns:a16="http://schemas.microsoft.com/office/drawing/2014/main" id="{4AEA6122-22B2-49EC-8451-E43D40F3236D}"/>
              </a:ext>
            </a:extLst>
          </p:cNvPr>
          <p:cNvSpPr>
            <a:spLocks noGrp="1"/>
          </p:cNvSpPr>
          <p:nvPr>
            <p:ph type="body" sz="quarter" idx="35" hasCustomPrompt="1"/>
          </p:nvPr>
        </p:nvSpPr>
        <p:spPr>
          <a:xfrm>
            <a:off x="7551772" y="4524197"/>
            <a:ext cx="1935029" cy="632643"/>
          </a:xfrm>
          <a:prstGeom prst="rect">
            <a:avLst/>
          </a:prstGeom>
        </p:spPr>
        <p:txBody>
          <a:bodyPr rtlCol="0" anchor="b"/>
          <a:lstStyle>
            <a:lvl1pPr marL="0" indent="0" algn="ctr">
              <a:buNone/>
              <a:defRPr sz="1350" cap="all" spc="75" baseline="0">
                <a:solidFill>
                  <a:schemeClr val="tx2"/>
                </a:solidFill>
                <a:latin typeface="+mj-lt"/>
              </a:defRPr>
            </a:lvl1pPr>
          </a:lstStyle>
          <a:p>
            <a:pPr lvl="0" rtl="0"/>
            <a:r>
              <a:rPr lang="en-GB" noProof="0"/>
              <a:t>Click to add subtitle</a:t>
            </a:r>
          </a:p>
        </p:txBody>
      </p:sp>
      <p:sp>
        <p:nvSpPr>
          <p:cNvPr id="81" name="Text Placeholder 10">
            <a:extLst>
              <a:ext uri="{FF2B5EF4-FFF2-40B4-BE49-F238E27FC236}">
                <a16:creationId xmlns:a16="http://schemas.microsoft.com/office/drawing/2014/main" id="{103D7EA4-00E4-43FA-8129-1CBE0C1291A0}"/>
              </a:ext>
            </a:extLst>
          </p:cNvPr>
          <p:cNvSpPr>
            <a:spLocks noGrp="1"/>
          </p:cNvSpPr>
          <p:nvPr>
            <p:ph type="body" sz="quarter" idx="34" hasCustomPrompt="1"/>
          </p:nvPr>
        </p:nvSpPr>
        <p:spPr>
          <a:xfrm>
            <a:off x="7551772" y="5166170"/>
            <a:ext cx="1935029" cy="905378"/>
          </a:xfrm>
          <a:prstGeom prst="rect">
            <a:avLst/>
          </a:prstGeom>
        </p:spPr>
        <p:txBody>
          <a:bodyPr rtlCol="0" anchor="t"/>
          <a:lstStyle>
            <a:lvl1pPr marL="0" indent="0" algn="ctr">
              <a:lnSpc>
                <a:spcPct val="100000"/>
              </a:lnSpc>
              <a:spcBef>
                <a:spcPts val="0"/>
              </a:spcBef>
              <a:buNone/>
              <a:defRPr sz="1050" cap="none" spc="75" baseline="0">
                <a:solidFill>
                  <a:schemeClr val="tx1"/>
                </a:solidFill>
                <a:latin typeface="+mn-lt"/>
              </a:defRPr>
            </a:lvl1pPr>
          </a:lstStyle>
          <a:p>
            <a:pPr lvl="0" rtl="0"/>
            <a:r>
              <a:rPr lang="en-GB" noProof="0"/>
              <a:t>Click to add text</a:t>
            </a:r>
          </a:p>
        </p:txBody>
      </p:sp>
      <p:sp>
        <p:nvSpPr>
          <p:cNvPr id="68" name="Date Placeholder 2">
            <a:extLst>
              <a:ext uri="{FF2B5EF4-FFF2-40B4-BE49-F238E27FC236}">
                <a16:creationId xmlns:a16="http://schemas.microsoft.com/office/drawing/2014/main" id="{811592B2-2D21-495C-8C11-680EC81556F4}"/>
              </a:ext>
            </a:extLst>
          </p:cNvPr>
          <p:cNvSpPr>
            <a:spLocks noGrp="1"/>
          </p:cNvSpPr>
          <p:nvPr>
            <p:ph type="dt" sz="half" idx="10"/>
          </p:nvPr>
        </p:nvSpPr>
        <p:spPr>
          <a:xfrm>
            <a:off x="681038" y="6356353"/>
            <a:ext cx="2228850" cy="365125"/>
          </a:xfrm>
          <a:prstGeom prst="rect">
            <a:avLst/>
          </a:prstGeom>
        </p:spPr>
        <p:txBody>
          <a:bodyPr rtlCol="0"/>
          <a:lstStyle/>
          <a:p>
            <a:pPr rtl="0"/>
            <a:r>
              <a:rPr lang="en-GB" noProof="0"/>
              <a:t>20XX</a:t>
            </a:r>
          </a:p>
        </p:txBody>
      </p:sp>
      <p:sp>
        <p:nvSpPr>
          <p:cNvPr id="4" name="Footer Placeholder 3">
            <a:extLst>
              <a:ext uri="{FF2B5EF4-FFF2-40B4-BE49-F238E27FC236}">
                <a16:creationId xmlns:a16="http://schemas.microsoft.com/office/drawing/2014/main" id="{BEFB73D1-17D7-400F-B750-F5EA2675DD25}"/>
              </a:ext>
            </a:extLst>
          </p:cNvPr>
          <p:cNvSpPr>
            <a:spLocks noGrp="1"/>
          </p:cNvSpPr>
          <p:nvPr>
            <p:ph type="ftr" sz="quarter" idx="11"/>
          </p:nvPr>
        </p:nvSpPr>
        <p:spPr>
          <a:xfrm>
            <a:off x="3281364" y="6356353"/>
            <a:ext cx="3343275" cy="365125"/>
          </a:xfrm>
          <a:prstGeom prst="rect">
            <a:avLst/>
          </a:prstGeom>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DE30E81D-C76E-4DB7-9722-4BE8D7CF33E8}"/>
              </a:ext>
            </a:extLst>
          </p:cNvPr>
          <p:cNvSpPr>
            <a:spLocks noGrp="1"/>
          </p:cNvSpPr>
          <p:nvPr>
            <p:ph type="sldNum" sz="quarter" idx="12"/>
          </p:nvPr>
        </p:nvSpPr>
        <p:spPr>
          <a:xfrm>
            <a:off x="6996113" y="6356353"/>
            <a:ext cx="2228850" cy="365125"/>
          </a:xfrm>
          <a:prstGeom prst="rect">
            <a:avLst/>
          </a:prstGeom>
        </p:spPr>
        <p:txBody>
          <a:bodyPr rtlCol="0"/>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229401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07C99-0702-4DEF-A72F-2451B3DC6D0C}"/>
              </a:ext>
            </a:extLst>
          </p:cNvPr>
          <p:cNvSpPr>
            <a:spLocks noGrp="1"/>
          </p:cNvSpPr>
          <p:nvPr>
            <p:ph type="title" hasCustomPrompt="1"/>
          </p:nvPr>
        </p:nvSpPr>
        <p:spPr>
          <a:xfrm>
            <a:off x="964068" y="1"/>
            <a:ext cx="3205142" cy="1845127"/>
          </a:xfrm>
          <a:prstGeom prst="rect">
            <a:avLst/>
          </a:prstGeom>
        </p:spPr>
        <p:txBody>
          <a:bodyPr rtlCol="0" anchor="ctr"/>
          <a:lstStyle>
            <a:lvl1pPr algn="r">
              <a:defRPr sz="1800" cap="all" spc="75" baseline="0">
                <a:solidFill>
                  <a:schemeClr val="accent2"/>
                </a:solidFill>
              </a:defRPr>
            </a:lvl1pPr>
          </a:lstStyle>
          <a:p>
            <a:pPr rtl="0"/>
            <a:r>
              <a:rPr lang="en-GB" noProof="0"/>
              <a:t>Click to add title</a:t>
            </a:r>
          </a:p>
        </p:txBody>
      </p:sp>
      <p:sp>
        <p:nvSpPr>
          <p:cNvPr id="6" name="Picture Placeholder 7">
            <a:extLst>
              <a:ext uri="{FF2B5EF4-FFF2-40B4-BE49-F238E27FC236}">
                <a16:creationId xmlns:a16="http://schemas.microsoft.com/office/drawing/2014/main" id="{74497024-D7D5-447C-8133-660B1F47A190}"/>
              </a:ext>
            </a:extLst>
          </p:cNvPr>
          <p:cNvSpPr>
            <a:spLocks noGrp="1"/>
          </p:cNvSpPr>
          <p:nvPr>
            <p:ph type="pic" sz="quarter" idx="13" hasCustomPrompt="1"/>
          </p:nvPr>
        </p:nvSpPr>
        <p:spPr>
          <a:xfrm>
            <a:off x="0" y="1845131"/>
            <a:ext cx="9906000" cy="5012871"/>
          </a:xfrm>
          <a:prstGeom prst="rect">
            <a:avLst/>
          </a:prstGeom>
        </p:spPr>
        <p:txBody>
          <a:bodyPr rtlCol="0"/>
          <a:lstStyle>
            <a:lvl1pPr marL="0" indent="0" algn="l">
              <a:buNone/>
              <a:defRPr/>
            </a:lvl1pPr>
          </a:lstStyle>
          <a:p>
            <a:pPr rtl="0"/>
            <a:r>
              <a:rPr lang="en-GB" noProof="0"/>
              <a:t>Click to add photo</a:t>
            </a:r>
          </a:p>
        </p:txBody>
      </p:sp>
      <p:sp>
        <p:nvSpPr>
          <p:cNvPr id="3" name="Date Placeholder 2">
            <a:extLst>
              <a:ext uri="{FF2B5EF4-FFF2-40B4-BE49-F238E27FC236}">
                <a16:creationId xmlns:a16="http://schemas.microsoft.com/office/drawing/2014/main" id="{AAE88F42-9013-4CBC-BF65-3FE1470550BE}"/>
              </a:ext>
            </a:extLst>
          </p:cNvPr>
          <p:cNvSpPr>
            <a:spLocks noGrp="1"/>
          </p:cNvSpPr>
          <p:nvPr>
            <p:ph type="dt" sz="half" idx="10"/>
          </p:nvPr>
        </p:nvSpPr>
        <p:spPr>
          <a:xfrm>
            <a:off x="681038" y="6356353"/>
            <a:ext cx="222885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noProof="0"/>
              <a:t>20XX</a:t>
            </a:r>
          </a:p>
        </p:txBody>
      </p:sp>
      <p:sp>
        <p:nvSpPr>
          <p:cNvPr id="8" name="Text Placeholder 10">
            <a:extLst>
              <a:ext uri="{FF2B5EF4-FFF2-40B4-BE49-F238E27FC236}">
                <a16:creationId xmlns:a16="http://schemas.microsoft.com/office/drawing/2014/main" id="{91F54EB4-06CA-459B-8F8C-86061BA6F1B2}"/>
              </a:ext>
            </a:extLst>
          </p:cNvPr>
          <p:cNvSpPr>
            <a:spLocks noGrp="1"/>
          </p:cNvSpPr>
          <p:nvPr>
            <p:ph type="body" sz="quarter" idx="16" hasCustomPrompt="1"/>
          </p:nvPr>
        </p:nvSpPr>
        <p:spPr>
          <a:xfrm>
            <a:off x="4572680" y="2"/>
            <a:ext cx="5333322" cy="3614737"/>
          </a:xfrm>
          <a:prstGeom prst="rect">
            <a:avLst/>
          </a:prstGeom>
          <a:solidFill>
            <a:schemeClr val="accent2">
              <a:alpha val="92000"/>
            </a:schemeClr>
          </a:solidFill>
        </p:spPr>
        <p:txBody>
          <a:bodyPr lIns="640080" tIns="731520" rIns="548640" rtlCol="0" anchor="t"/>
          <a:lstStyle>
            <a:lvl1pPr marL="0" indent="0" algn="l">
              <a:lnSpc>
                <a:spcPct val="125000"/>
              </a:lnSpc>
              <a:spcBef>
                <a:spcPts val="0"/>
              </a:spcBef>
              <a:buNone/>
              <a:defRPr sz="1200" cap="none" spc="75" baseline="0">
                <a:solidFill>
                  <a:schemeClr val="bg1"/>
                </a:solidFill>
                <a:latin typeface="+mn-lt"/>
              </a:defRPr>
            </a:lvl1pPr>
          </a:lstStyle>
          <a:p>
            <a:pPr lvl="0" rtl="0"/>
            <a:r>
              <a:rPr lang="en-GB" noProof="0"/>
              <a:t>Click to add subtitle</a:t>
            </a:r>
          </a:p>
        </p:txBody>
      </p:sp>
      <p:sp>
        <p:nvSpPr>
          <p:cNvPr id="4" name="Footer Placeholder 3">
            <a:extLst>
              <a:ext uri="{FF2B5EF4-FFF2-40B4-BE49-F238E27FC236}">
                <a16:creationId xmlns:a16="http://schemas.microsoft.com/office/drawing/2014/main" id="{9322B1A3-ADD1-4AAF-A733-AF9AEAB499A8}"/>
              </a:ext>
            </a:extLst>
          </p:cNvPr>
          <p:cNvSpPr>
            <a:spLocks noGrp="1"/>
          </p:cNvSpPr>
          <p:nvPr>
            <p:ph type="ftr" sz="quarter" idx="11"/>
          </p:nvPr>
        </p:nvSpPr>
        <p:spPr>
          <a:xfrm>
            <a:off x="3281364" y="6356353"/>
            <a:ext cx="3343275" cy="365125"/>
          </a:xfrm>
          <a:prstGeom prst="rect">
            <a:avLst/>
          </a:prstGeo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noProof="0"/>
              <a:t>Pitch deck</a:t>
            </a:r>
          </a:p>
        </p:txBody>
      </p:sp>
      <p:sp>
        <p:nvSpPr>
          <p:cNvPr id="5" name="Slide Number Placeholder 4">
            <a:extLst>
              <a:ext uri="{FF2B5EF4-FFF2-40B4-BE49-F238E27FC236}">
                <a16:creationId xmlns:a16="http://schemas.microsoft.com/office/drawing/2014/main" id="{68AE2F48-AB83-42F0-93C2-9F943F0B00C0}"/>
              </a:ext>
            </a:extLst>
          </p:cNvPr>
          <p:cNvSpPr>
            <a:spLocks noGrp="1"/>
          </p:cNvSpPr>
          <p:nvPr>
            <p:ph type="sldNum" sz="quarter" idx="12"/>
          </p:nvPr>
        </p:nvSpPr>
        <p:spPr>
          <a:xfrm>
            <a:off x="6996113" y="6356353"/>
            <a:ext cx="222885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1502069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4477967" y="0"/>
            <a:ext cx="5428033" cy="6858000"/>
          </a:xfrm>
          <a:prstGeom prst="rect">
            <a:avLst/>
          </a:prstGeom>
        </p:spPr>
        <p:txBody>
          <a:bodyPr rtlCol="0"/>
          <a:lstStyle>
            <a:lvl1pPr marL="0" indent="0" algn="ctr">
              <a:buNone/>
              <a:defRPr/>
            </a:lvl1pPr>
          </a:lstStyle>
          <a:p>
            <a:pPr rtl="0"/>
            <a:r>
              <a:rPr lang="en-GB" noProof="0"/>
              <a:t>Click to add photo</a:t>
            </a:r>
          </a:p>
        </p:txBody>
      </p:sp>
      <p:sp>
        <p:nvSpPr>
          <p:cNvPr id="11" name="Rectangle 10">
            <a:extLst>
              <a:ext uri="{FF2B5EF4-FFF2-40B4-BE49-F238E27FC236}">
                <a16:creationId xmlns:a16="http://schemas.microsoft.com/office/drawing/2014/main" id="{FAF4E84F-A3BE-442F-B9F1-68AB2244AF96}"/>
              </a:ext>
              <a:ext uri="{C183D7F6-B498-43B3-948B-1728B52AA6E4}">
                <adec:decorative xmlns:adec="http://schemas.microsoft.com/office/drawing/2017/decorative" val="1"/>
              </a:ext>
            </a:extLst>
          </p:cNvPr>
          <p:cNvSpPr/>
          <p:nvPr userDrawn="1"/>
        </p:nvSpPr>
        <p:spPr>
          <a:xfrm>
            <a:off x="-16510" y="-7084"/>
            <a:ext cx="4477967"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07835" y="3035081"/>
            <a:ext cx="1902271" cy="640698"/>
          </a:xfrm>
          <a:prstGeom prst="rect">
            <a:avLst/>
          </a:prstGeom>
          <a:ln w="28575">
            <a:solidFill>
              <a:schemeClr val="accent4">
                <a:lumMod val="50000"/>
              </a:schemeClr>
            </a:solidFill>
          </a:ln>
        </p:spPr>
        <p:txBody>
          <a:bodyPr rtlCol="0" anchor="ctr"/>
          <a:lstStyle>
            <a:lvl1pPr algn="ctr">
              <a:defRPr sz="1800" cap="all" spc="75" baseline="0">
                <a:solidFill>
                  <a:schemeClr val="accent4">
                    <a:lumMod val="50000"/>
                  </a:schemeClr>
                </a:solidFill>
              </a:defRPr>
            </a:lvl1pPr>
          </a:lstStyle>
          <a:p>
            <a:pPr rtl="0"/>
            <a:r>
              <a:rPr lang="en-GB" noProof="0"/>
              <a:t>Add title</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1385154" y="3959761"/>
            <a:ext cx="2339575" cy="1790164"/>
          </a:xfrm>
          <a:prstGeom prst="rect">
            <a:avLst/>
          </a:prstGeom>
        </p:spPr>
        <p:txBody>
          <a:bodyPr rtlCol="0" anchor="t"/>
          <a:lstStyle>
            <a:lvl1pPr marL="0" indent="0" algn="l">
              <a:lnSpc>
                <a:spcPct val="80000"/>
              </a:lnSpc>
              <a:spcBef>
                <a:spcPts val="0"/>
              </a:spcBef>
              <a:buNone/>
              <a:defRPr sz="1200" cap="none" spc="75" baseline="0">
                <a:solidFill>
                  <a:schemeClr val="tx1"/>
                </a:solidFill>
                <a:latin typeface="+mn-lt"/>
              </a:defRPr>
            </a:lvl1pPr>
          </a:lstStyle>
          <a:p>
            <a:pPr lvl="0" rtl="0"/>
            <a:r>
              <a:rPr lang="en-GB" noProof="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681038" y="6356353"/>
            <a:ext cx="2228850" cy="365125"/>
          </a:xfrm>
          <a:prstGeom prst="rect">
            <a:avLst/>
          </a:prstGeom>
        </p:spPr>
        <p:txBody>
          <a:bodyPr rtlCol="0"/>
          <a:lstStyle>
            <a:lvl1pPr>
              <a:defRPr/>
            </a:lvl1pPr>
          </a:lstStyle>
          <a:p>
            <a:pPr rtl="0"/>
            <a:r>
              <a:rPr lang="en-GB" noProof="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5259807" y="6356353"/>
            <a:ext cx="2228850" cy="365125"/>
          </a:xfrm>
          <a:prstGeom prst="rect">
            <a:avLst/>
          </a:prstGeom>
        </p:spPr>
        <p:txBody>
          <a:bodyPr vert="horz" lIns="91440" tIns="45720" rIns="91440" bIns="45720" rtlCol="0" anchor="ctr"/>
          <a:lstStyle>
            <a:lvl1pPr algn="ctr">
              <a:defRPr sz="900" b="1" i="0" cap="all" spc="75" baseline="0">
                <a:solidFill>
                  <a:schemeClr val="bg1"/>
                </a:solidFill>
                <a:effectLst>
                  <a:outerShdw blurRad="38100" dist="38100" dir="2700000" algn="tl">
                    <a:srgbClr val="000000">
                      <a:alpha val="43137"/>
                    </a:srgbClr>
                  </a:outerShdw>
                </a:effectLst>
                <a:latin typeface="+mj-lt"/>
              </a:defRPr>
            </a:lvl1pPr>
          </a:lstStyle>
          <a:p>
            <a:pPr rtl="0"/>
            <a:r>
              <a:rPr lang="en-GB" noProof="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7955757" y="6356353"/>
            <a:ext cx="1269206" cy="365125"/>
          </a:xfrm>
          <a:prstGeom prst="rect">
            <a:avLst/>
          </a:prstGeom>
        </p:spPr>
        <p:txBody>
          <a:bodyPr vert="horz" lIns="91440" tIns="45720" rIns="91440" bIns="45720" rtlCol="0" anchor="ctr"/>
          <a:lstStyle>
            <a:lvl1pPr algn="r">
              <a:defRPr sz="900" spc="75" baseline="0">
                <a:solidFill>
                  <a:schemeClr val="bg1"/>
                </a:solidFill>
                <a:effectLst>
                  <a:outerShdw blurRad="38100" dist="38100" dir="2700000" algn="tl">
                    <a:srgbClr val="000000">
                      <a:alpha val="43137"/>
                    </a:srgbClr>
                  </a:outerShdw>
                </a:effectLst>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267133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900" spc="75" baseline="0">
                <a:solidFill>
                  <a:schemeClr val="bg2">
                    <a:lumMod val="50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900" b="1" i="0" cap="all" spc="75" baseline="0">
                <a:solidFill>
                  <a:schemeClr val="bg2">
                    <a:lumMod val="50000"/>
                  </a:schemeClr>
                </a:solidFill>
                <a:latin typeface="+mj-lt"/>
              </a:defRPr>
            </a:lvl1pPr>
          </a:lstStyle>
          <a:p>
            <a:pPr rtl="0"/>
            <a:r>
              <a:rPr lang="en-GB" noProof="0"/>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900" spc="75" baseline="0">
                <a:solidFill>
                  <a:schemeClr val="bg2">
                    <a:lumMod val="50000"/>
                  </a:schemeClr>
                </a:solidFill>
              </a:defRPr>
            </a:lvl1pPr>
          </a:lstStyle>
          <a:p>
            <a:pPr rtl="0"/>
            <a:fld id="{EA87306C-81BA-4795-A5CA-9392456A8C1E}" type="slidenum">
              <a:rPr lang="en-GB" noProof="0" smtClean="0"/>
              <a:pPr rtl="0"/>
              <a:t>‹#›</a:t>
            </a:fld>
            <a:endParaRPr lang="en-GB" noProof="0"/>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p:txStyles>
    <p:titleStyle>
      <a:lvl1pPr algn="l" defTabSz="685817"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5" indent="-171455" algn="l" defTabSz="685817"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7" rtl="0" eaLnBrk="1" latinLnBrk="0" hangingPunct="1">
        <a:defRPr sz="1350" kern="1200">
          <a:solidFill>
            <a:schemeClr val="tx1"/>
          </a:solidFill>
          <a:latin typeface="+mn-lt"/>
          <a:ea typeface="+mn-ea"/>
          <a:cs typeface="+mn-cs"/>
        </a:defRPr>
      </a:lvl1pPr>
      <a:lvl2pPr marL="342909" algn="l" defTabSz="685817" rtl="0" eaLnBrk="1" latinLnBrk="0" hangingPunct="1">
        <a:defRPr sz="1350" kern="1200">
          <a:solidFill>
            <a:schemeClr val="tx1"/>
          </a:solidFill>
          <a:latin typeface="+mn-lt"/>
          <a:ea typeface="+mn-ea"/>
          <a:cs typeface="+mn-cs"/>
        </a:defRPr>
      </a:lvl2pPr>
      <a:lvl3pPr marL="685817" algn="l" defTabSz="685817" rtl="0" eaLnBrk="1" latinLnBrk="0" hangingPunct="1">
        <a:defRPr sz="1350" kern="1200">
          <a:solidFill>
            <a:schemeClr val="tx1"/>
          </a:solidFill>
          <a:latin typeface="+mn-lt"/>
          <a:ea typeface="+mn-ea"/>
          <a:cs typeface="+mn-cs"/>
        </a:defRPr>
      </a:lvl3pPr>
      <a:lvl4pPr marL="1028726" algn="l" defTabSz="685817" rtl="0" eaLnBrk="1" latinLnBrk="0" hangingPunct="1">
        <a:defRPr sz="1350" kern="1200">
          <a:solidFill>
            <a:schemeClr val="tx1"/>
          </a:solidFill>
          <a:latin typeface="+mn-lt"/>
          <a:ea typeface="+mn-ea"/>
          <a:cs typeface="+mn-cs"/>
        </a:defRPr>
      </a:lvl4pPr>
      <a:lvl5pPr marL="1371634" algn="l" defTabSz="685817" rtl="0" eaLnBrk="1" latinLnBrk="0" hangingPunct="1">
        <a:defRPr sz="1350" kern="1200">
          <a:solidFill>
            <a:schemeClr val="tx1"/>
          </a:solidFill>
          <a:latin typeface="+mn-lt"/>
          <a:ea typeface="+mn-ea"/>
          <a:cs typeface="+mn-cs"/>
        </a:defRPr>
      </a:lvl5pPr>
      <a:lvl6pPr marL="1714543" algn="l" defTabSz="685817" rtl="0" eaLnBrk="1" latinLnBrk="0" hangingPunct="1">
        <a:defRPr sz="1350" kern="1200">
          <a:solidFill>
            <a:schemeClr val="tx1"/>
          </a:solidFill>
          <a:latin typeface="+mn-lt"/>
          <a:ea typeface="+mn-ea"/>
          <a:cs typeface="+mn-cs"/>
        </a:defRPr>
      </a:lvl6pPr>
      <a:lvl7pPr marL="2057451" algn="l" defTabSz="685817" rtl="0" eaLnBrk="1" latinLnBrk="0" hangingPunct="1">
        <a:defRPr sz="1350" kern="1200">
          <a:solidFill>
            <a:schemeClr val="tx1"/>
          </a:solidFill>
          <a:latin typeface="+mn-lt"/>
          <a:ea typeface="+mn-ea"/>
          <a:cs typeface="+mn-cs"/>
        </a:defRPr>
      </a:lvl7pPr>
      <a:lvl8pPr marL="2400360" algn="l" defTabSz="685817" rtl="0" eaLnBrk="1" latinLnBrk="0" hangingPunct="1">
        <a:defRPr sz="1350" kern="1200">
          <a:solidFill>
            <a:schemeClr val="tx1"/>
          </a:solidFill>
          <a:latin typeface="+mn-lt"/>
          <a:ea typeface="+mn-ea"/>
          <a:cs typeface="+mn-cs"/>
        </a:defRPr>
      </a:lvl8pPr>
      <a:lvl9pPr marL="2743269" algn="l" defTabSz="685817"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image" Target="../media/image26.jpeg"/><Relationship Id="rId3" Type="http://schemas.openxmlformats.org/officeDocument/2006/relationships/image" Target="../media/image16.png"/><Relationship Id="rId7" Type="http://schemas.openxmlformats.org/officeDocument/2006/relationships/image" Target="../media/image20.jpeg"/><Relationship Id="rId12"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9.jpeg"/><Relationship Id="rId11" Type="http://schemas.openxmlformats.org/officeDocument/2006/relationships/image" Target="../media/image24.jpe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jpeg"/><Relationship Id="rId4" Type="http://schemas.openxmlformats.org/officeDocument/2006/relationships/image" Target="../media/image17.png"/><Relationship Id="rId9" Type="http://schemas.openxmlformats.org/officeDocument/2006/relationships/image" Target="../media/image22.jpeg"/><Relationship Id="rId1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365ED3-69F9-BDEB-9D98-5CF011F14DE9}"/>
              </a:ext>
            </a:extLst>
          </p:cNvPr>
          <p:cNvSpPr/>
          <p:nvPr/>
        </p:nvSpPr>
        <p:spPr>
          <a:xfrm>
            <a:off x="0" y="-29210"/>
            <a:ext cx="9906000" cy="6887210"/>
          </a:xfrm>
          <a:prstGeom prst="rect">
            <a:avLst/>
          </a:prstGeom>
          <a:solidFill>
            <a:srgbClr val="0D40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4" name="Rectangle 23">
            <a:extLst>
              <a:ext uri="{FF2B5EF4-FFF2-40B4-BE49-F238E27FC236}">
                <a16:creationId xmlns:a16="http://schemas.microsoft.com/office/drawing/2014/main" id="{3237E011-7540-4769-B01C-BBFC9632DD3A}"/>
              </a:ext>
              <a:ext uri="{C183D7F6-B498-43B3-948B-1728B52AA6E4}">
                <adec:decorative xmlns:adec="http://schemas.microsoft.com/office/drawing/2017/decorative" val="1"/>
              </a:ext>
            </a:extLst>
          </p:cNvPr>
          <p:cNvSpPr/>
          <p:nvPr/>
        </p:nvSpPr>
        <p:spPr>
          <a:xfrm>
            <a:off x="2824959" y="1864735"/>
            <a:ext cx="4256081" cy="1828096"/>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a:solidFill>
                <a:schemeClr val="bg1"/>
              </a:solidFill>
            </a:endParaRPr>
          </a:p>
        </p:txBody>
      </p:sp>
      <p:pic>
        <p:nvPicPr>
          <p:cNvPr id="3" name="Picture 2" descr="A green and white sign with white text">
            <a:extLst>
              <a:ext uri="{FF2B5EF4-FFF2-40B4-BE49-F238E27FC236}">
                <a16:creationId xmlns:a16="http://schemas.microsoft.com/office/drawing/2014/main" id="{0519B6E2-7CCE-41A8-F486-44E3E68EE980}"/>
              </a:ext>
            </a:extLst>
          </p:cNvPr>
          <p:cNvPicPr>
            <a:picLocks noChangeAspect="1"/>
          </p:cNvPicPr>
          <p:nvPr/>
        </p:nvPicPr>
        <p:blipFill>
          <a:blip r:embed="rId3"/>
          <a:srcRect l="-123" t="13720" r="123" b="13504"/>
          <a:stretch/>
        </p:blipFill>
        <p:spPr>
          <a:xfrm>
            <a:off x="0" y="5138047"/>
            <a:ext cx="6279916" cy="1719953"/>
          </a:xfrm>
          <a:prstGeom prst="rect">
            <a:avLst/>
          </a:prstGeom>
        </p:spPr>
      </p:pic>
      <p:sp>
        <p:nvSpPr>
          <p:cNvPr id="8" name="TextBox 7">
            <a:extLst>
              <a:ext uri="{FF2B5EF4-FFF2-40B4-BE49-F238E27FC236}">
                <a16:creationId xmlns:a16="http://schemas.microsoft.com/office/drawing/2014/main" id="{98BF4338-A1DB-203E-3FB1-0F0216050D76}"/>
              </a:ext>
            </a:extLst>
          </p:cNvPr>
          <p:cNvSpPr txBox="1"/>
          <p:nvPr/>
        </p:nvSpPr>
        <p:spPr>
          <a:xfrm>
            <a:off x="3509046" y="1992036"/>
            <a:ext cx="2887906" cy="1477328"/>
          </a:xfrm>
          <a:prstGeom prst="rect">
            <a:avLst/>
          </a:prstGeom>
          <a:noFill/>
        </p:spPr>
        <p:txBody>
          <a:bodyPr wrap="none" rtlCol="0">
            <a:spAutoFit/>
          </a:bodyPr>
          <a:lstStyle/>
          <a:p>
            <a:pPr algn="ctr"/>
            <a:r>
              <a:rPr lang="en-GB" sz="4500" b="1">
                <a:solidFill>
                  <a:schemeClr val="bg1"/>
                </a:solidFill>
                <a:latin typeface="Tenorite" panose="00000500000000000000" pitchFamily="2" charset="0"/>
              </a:rPr>
              <a:t>COMPANY</a:t>
            </a:r>
          </a:p>
          <a:p>
            <a:pPr algn="ctr"/>
            <a:r>
              <a:rPr lang="en-GB" sz="4500" b="1">
                <a:solidFill>
                  <a:schemeClr val="bg1"/>
                </a:solidFill>
                <a:latin typeface="Tenorite" panose="00000500000000000000" pitchFamily="2" charset="0"/>
              </a:rPr>
              <a:t>OVERVIEW</a:t>
            </a:r>
            <a:endParaRPr lang="en-GB" sz="2100" b="1">
              <a:solidFill>
                <a:schemeClr val="bg1"/>
              </a:solidFill>
              <a:latin typeface="Tenorite" panose="00000500000000000000" pitchFamily="2" charset="0"/>
            </a:endParaRPr>
          </a:p>
        </p:txBody>
      </p:sp>
    </p:spTree>
    <p:extLst>
      <p:ext uri="{BB962C8B-B14F-4D97-AF65-F5344CB8AC3E}">
        <p14:creationId xmlns:p14="http://schemas.microsoft.com/office/powerpoint/2010/main" val="361562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close up of green grass&#10;">
            <a:extLst>
              <a:ext uri="{FF2B5EF4-FFF2-40B4-BE49-F238E27FC236}">
                <a16:creationId xmlns:a16="http://schemas.microsoft.com/office/drawing/2014/main" id="{2A7E6CAB-B5FF-46B8-964A-7A01020AAB15}"/>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l="-1" t="123" r="25100" b="7693"/>
          <a:stretch/>
        </p:blipFill>
        <p:spPr>
          <a:xfrm>
            <a:off x="0" y="0"/>
            <a:ext cx="9906000" cy="6858001"/>
          </a:xfrm>
        </p:spPr>
      </p:pic>
      <p:sp>
        <p:nvSpPr>
          <p:cNvPr id="14" name="Text Placeholder 13">
            <a:extLst>
              <a:ext uri="{FF2B5EF4-FFF2-40B4-BE49-F238E27FC236}">
                <a16:creationId xmlns:a16="http://schemas.microsoft.com/office/drawing/2014/main" id="{ECE1E739-E339-4FB6-A10E-22AB1A0D782B}"/>
              </a:ext>
            </a:extLst>
          </p:cNvPr>
          <p:cNvSpPr>
            <a:spLocks noGrp="1"/>
          </p:cNvSpPr>
          <p:nvPr>
            <p:ph type="body" sz="quarter" idx="12"/>
          </p:nvPr>
        </p:nvSpPr>
        <p:spPr>
          <a:xfrm>
            <a:off x="0" y="0"/>
            <a:ext cx="9906000" cy="6858000"/>
          </a:xfrm>
        </p:spPr>
        <p:txBody>
          <a:bodyPr rtlCol="0"/>
          <a:lstStyle/>
          <a:p>
            <a:pPr rtl="0"/>
            <a:r>
              <a:rPr lang="en-GB"/>
              <a:t> </a:t>
            </a:r>
          </a:p>
        </p:txBody>
      </p:sp>
      <p:sp>
        <p:nvSpPr>
          <p:cNvPr id="2" name="Text Placeholder 6">
            <a:extLst>
              <a:ext uri="{FF2B5EF4-FFF2-40B4-BE49-F238E27FC236}">
                <a16:creationId xmlns:a16="http://schemas.microsoft.com/office/drawing/2014/main" id="{3FDF7E31-7F1A-0235-8A2C-B285CD4408BB}"/>
              </a:ext>
            </a:extLst>
          </p:cNvPr>
          <p:cNvSpPr txBox="1">
            <a:spLocks/>
          </p:cNvSpPr>
          <p:nvPr/>
        </p:nvSpPr>
        <p:spPr>
          <a:xfrm>
            <a:off x="4266805" y="2696801"/>
            <a:ext cx="4048374" cy="1261825"/>
          </a:xfrm>
          <a:prstGeom prst="rect">
            <a:avLst/>
          </a:prstGeom>
          <a:noFill/>
        </p:spPr>
        <p:txBody>
          <a:bodyPr rtlCol="0" anchor="ctr"/>
          <a:lstStyle>
            <a:lvl1pPr marL="0" indent="0" algn="ctr" defTabSz="914400" rtl="0" eaLnBrk="1" latinLnBrk="0" hangingPunct="1">
              <a:lnSpc>
                <a:spcPct val="90000"/>
              </a:lnSpc>
              <a:spcBef>
                <a:spcPts val="1000"/>
              </a:spcBef>
              <a:buFont typeface="Arial" panose="020B0604020202020204" pitchFamily="34" charset="0"/>
              <a:buNone/>
              <a:defRPr sz="2400" kern="1200" cap="none" spc="10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err="1">
                <a:latin typeface="Tenorite" panose="00000500000000000000" pitchFamily="2" charset="0"/>
              </a:rPr>
              <a:t>Flagstaffe</a:t>
            </a:r>
            <a:r>
              <a:rPr lang="en-US" sz="1600">
                <a:latin typeface="Tenorite" panose="00000500000000000000" pitchFamily="2" charset="0"/>
              </a:rPr>
              <a:t> is jointly owned and managed by Dan Brownsword and Kam Krupinski. Two FF&amp;E professionals with a long history of achievement in project delivery. </a:t>
            </a:r>
          </a:p>
          <a:p>
            <a:pPr algn="l"/>
            <a:endParaRPr lang="en-US" sz="1600">
              <a:latin typeface="Tenorite" panose="00000500000000000000" pitchFamily="2" charset="0"/>
            </a:endParaRPr>
          </a:p>
          <a:p>
            <a:pPr algn="l"/>
            <a:r>
              <a:rPr lang="en-US" sz="1600">
                <a:latin typeface="Tenorite" panose="00000500000000000000" pitchFamily="2" charset="0"/>
              </a:rPr>
              <a:t>Having worked together for over 20 years in senior management positions for two previous market leading businesses and between them having successfully delivered more than 100,000 rooms, including some of the UKs largest award-winning FF&amp;E packages. </a:t>
            </a:r>
          </a:p>
          <a:p>
            <a:pPr algn="l"/>
            <a:endParaRPr lang="en-US" sz="1600">
              <a:latin typeface="Tenorite" panose="00000500000000000000" pitchFamily="2" charset="0"/>
            </a:endParaRPr>
          </a:p>
          <a:p>
            <a:pPr algn="l"/>
            <a:r>
              <a:rPr lang="en-US" sz="1600">
                <a:latin typeface="Tenorite" panose="00000500000000000000" pitchFamily="2" charset="0"/>
              </a:rPr>
              <a:t>Flagstaffe have the knowledge and expertise to oversee delivery of your project to the highest possible standard.</a:t>
            </a:r>
            <a:endParaRPr lang="en-GB" sz="1600">
              <a:latin typeface="Tenorite" panose="00000500000000000000" pitchFamily="2" charset="0"/>
            </a:endParaRPr>
          </a:p>
        </p:txBody>
      </p:sp>
      <p:sp>
        <p:nvSpPr>
          <p:cNvPr id="3" name="Title 2">
            <a:extLst>
              <a:ext uri="{FF2B5EF4-FFF2-40B4-BE49-F238E27FC236}">
                <a16:creationId xmlns:a16="http://schemas.microsoft.com/office/drawing/2014/main" id="{EFB7A553-8534-B424-A046-8D3C7664B0D9}"/>
              </a:ext>
            </a:extLst>
          </p:cNvPr>
          <p:cNvSpPr>
            <a:spLocks noGrp="1"/>
          </p:cNvSpPr>
          <p:nvPr>
            <p:ph type="title"/>
          </p:nvPr>
        </p:nvSpPr>
        <p:spPr>
          <a:xfrm>
            <a:off x="1454155" y="1369889"/>
            <a:ext cx="1532785" cy="480523"/>
          </a:xfrm>
          <a:noFill/>
          <a:ln w="28575">
            <a:solidFill>
              <a:schemeClr val="bg1"/>
            </a:solidFill>
          </a:ln>
        </p:spPr>
        <p:txBody>
          <a:bodyPr rtlCol="0"/>
          <a:lstStyle/>
          <a:p>
            <a:pPr rtl="0"/>
            <a:r>
              <a:rPr lang="en-GB" sz="1800">
                <a:solidFill>
                  <a:schemeClr val="bg1"/>
                </a:solidFill>
              </a:rPr>
              <a:t>About</a:t>
            </a:r>
            <a:r>
              <a:rPr lang="en-GB" sz="2100">
                <a:solidFill>
                  <a:schemeClr val="bg1"/>
                </a:solidFill>
              </a:rPr>
              <a:t> </a:t>
            </a:r>
            <a:r>
              <a:rPr lang="en-GB" sz="1800">
                <a:solidFill>
                  <a:schemeClr val="bg1"/>
                </a:solidFill>
              </a:rPr>
              <a:t>us</a:t>
            </a:r>
            <a:endParaRPr lang="en-GB" sz="2100">
              <a:solidFill>
                <a:schemeClr val="bg1"/>
              </a:solidFill>
            </a:endParaRPr>
          </a:p>
        </p:txBody>
      </p:sp>
    </p:spTree>
    <p:extLst>
      <p:ext uri="{BB962C8B-B14F-4D97-AF65-F5344CB8AC3E}">
        <p14:creationId xmlns:p14="http://schemas.microsoft.com/office/powerpoint/2010/main" val="258327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47957B-C43C-ED39-8AFF-71E6C2FA7645}"/>
              </a:ext>
            </a:extLst>
          </p:cNvPr>
          <p:cNvSpPr/>
          <p:nvPr/>
        </p:nvSpPr>
        <p:spPr>
          <a:xfrm>
            <a:off x="-32863" y="-29819"/>
            <a:ext cx="9906000" cy="6887819"/>
          </a:xfrm>
          <a:prstGeom prst="rect">
            <a:avLst/>
          </a:prstGeom>
          <a:solidFill>
            <a:srgbClr val="17454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highlight>
                <a:srgbClr val="008080"/>
              </a:highlight>
            </a:endParaRPr>
          </a:p>
        </p:txBody>
      </p:sp>
      <p:sp>
        <p:nvSpPr>
          <p:cNvPr id="23" name="Title 22">
            <a:extLst>
              <a:ext uri="{FF2B5EF4-FFF2-40B4-BE49-F238E27FC236}">
                <a16:creationId xmlns:a16="http://schemas.microsoft.com/office/drawing/2014/main" id="{5BCCD6C8-F91D-4A81-8513-B31078BBC009}"/>
              </a:ext>
            </a:extLst>
          </p:cNvPr>
          <p:cNvSpPr>
            <a:spLocks noGrp="1"/>
          </p:cNvSpPr>
          <p:nvPr>
            <p:ph type="title"/>
          </p:nvPr>
        </p:nvSpPr>
        <p:spPr>
          <a:xfrm>
            <a:off x="1019738" y="670608"/>
            <a:ext cx="3900399" cy="540299"/>
          </a:xfrm>
        </p:spPr>
        <p:txBody>
          <a:bodyPr rtlCol="0"/>
          <a:lstStyle/>
          <a:p>
            <a:pPr rtl="0"/>
            <a:r>
              <a:rPr lang="en-GB">
                <a:solidFill>
                  <a:schemeClr val="bg1"/>
                </a:solidFill>
              </a:rPr>
              <a:t>EXPERIENCE IS KEY</a:t>
            </a:r>
          </a:p>
        </p:txBody>
      </p:sp>
      <p:sp>
        <p:nvSpPr>
          <p:cNvPr id="63" name="Text Placeholder 62">
            <a:extLst>
              <a:ext uri="{FF2B5EF4-FFF2-40B4-BE49-F238E27FC236}">
                <a16:creationId xmlns:a16="http://schemas.microsoft.com/office/drawing/2014/main" id="{9F219F7A-AA8D-44E8-85C6-7B9E43B2FEA2}"/>
              </a:ext>
            </a:extLst>
          </p:cNvPr>
          <p:cNvSpPr>
            <a:spLocks noGrp="1"/>
          </p:cNvSpPr>
          <p:nvPr>
            <p:ph type="body" sz="quarter" idx="16"/>
          </p:nvPr>
        </p:nvSpPr>
        <p:spPr>
          <a:xfrm>
            <a:off x="1002562" y="1448224"/>
            <a:ext cx="871827" cy="762826"/>
          </a:xfrm>
          <a:ln>
            <a:solidFill>
              <a:schemeClr val="bg1"/>
            </a:solidFill>
          </a:ln>
        </p:spPr>
        <p:txBody>
          <a:bodyPr rtlCol="0"/>
          <a:lstStyle/>
          <a:p>
            <a:pPr rtl="0"/>
            <a:r>
              <a:rPr lang="en-GB">
                <a:solidFill>
                  <a:schemeClr val="bg1"/>
                </a:solidFill>
              </a:rPr>
              <a:t>100k</a:t>
            </a:r>
          </a:p>
        </p:txBody>
      </p:sp>
      <p:sp>
        <p:nvSpPr>
          <p:cNvPr id="100" name="Text Placeholder 99">
            <a:extLst>
              <a:ext uri="{FF2B5EF4-FFF2-40B4-BE49-F238E27FC236}">
                <a16:creationId xmlns:a16="http://schemas.microsoft.com/office/drawing/2014/main" id="{20C05462-50C1-47AC-B864-6331DA480340}"/>
              </a:ext>
            </a:extLst>
          </p:cNvPr>
          <p:cNvSpPr>
            <a:spLocks noGrp="1"/>
          </p:cNvSpPr>
          <p:nvPr>
            <p:ph type="body" sz="quarter" idx="18"/>
          </p:nvPr>
        </p:nvSpPr>
        <p:spPr>
          <a:xfrm>
            <a:off x="1002562" y="2465048"/>
            <a:ext cx="871827" cy="762826"/>
          </a:xfrm>
          <a:ln>
            <a:solidFill>
              <a:schemeClr val="bg1"/>
            </a:solidFill>
          </a:ln>
        </p:spPr>
        <p:txBody>
          <a:bodyPr rtlCol="0"/>
          <a:lstStyle/>
          <a:p>
            <a:pPr rtl="0"/>
            <a:r>
              <a:rPr lang="en-GB">
                <a:solidFill>
                  <a:schemeClr val="bg1"/>
                </a:solidFill>
              </a:rPr>
              <a:t>£7M</a:t>
            </a:r>
          </a:p>
        </p:txBody>
      </p:sp>
      <p:sp>
        <p:nvSpPr>
          <p:cNvPr id="102" name="Text Placeholder 101">
            <a:extLst>
              <a:ext uri="{FF2B5EF4-FFF2-40B4-BE49-F238E27FC236}">
                <a16:creationId xmlns:a16="http://schemas.microsoft.com/office/drawing/2014/main" id="{26F75E59-B08F-4122-977F-72EEC91E5B7F}"/>
              </a:ext>
            </a:extLst>
          </p:cNvPr>
          <p:cNvSpPr>
            <a:spLocks noGrp="1"/>
          </p:cNvSpPr>
          <p:nvPr>
            <p:ph type="body" sz="quarter" idx="20"/>
          </p:nvPr>
        </p:nvSpPr>
        <p:spPr>
          <a:xfrm>
            <a:off x="997729" y="3486606"/>
            <a:ext cx="876660" cy="762826"/>
          </a:xfrm>
          <a:ln>
            <a:solidFill>
              <a:schemeClr val="bg1"/>
            </a:solidFill>
          </a:ln>
        </p:spPr>
        <p:txBody>
          <a:bodyPr rtlCol="0"/>
          <a:lstStyle/>
          <a:p>
            <a:pPr rtl="0"/>
            <a:r>
              <a:rPr lang="en-GB">
                <a:solidFill>
                  <a:schemeClr val="bg1"/>
                </a:solidFill>
              </a:rPr>
              <a:t>93/100</a:t>
            </a:r>
          </a:p>
        </p:txBody>
      </p:sp>
      <p:sp>
        <p:nvSpPr>
          <p:cNvPr id="62" name="Text Placeholder 61">
            <a:extLst>
              <a:ext uri="{FF2B5EF4-FFF2-40B4-BE49-F238E27FC236}">
                <a16:creationId xmlns:a16="http://schemas.microsoft.com/office/drawing/2014/main" id="{F0E231FA-A4C7-4627-A14C-74DA402FD943}"/>
              </a:ext>
            </a:extLst>
          </p:cNvPr>
          <p:cNvSpPr>
            <a:spLocks noGrp="1"/>
          </p:cNvSpPr>
          <p:nvPr>
            <p:ph type="body" sz="quarter" idx="12"/>
          </p:nvPr>
        </p:nvSpPr>
        <p:spPr>
          <a:xfrm>
            <a:off x="1961394" y="1593220"/>
            <a:ext cx="3909946" cy="762826"/>
          </a:xfrm>
        </p:spPr>
        <p:txBody>
          <a:bodyPr rtlCol="0"/>
          <a:lstStyle/>
          <a:p>
            <a:pPr rtl="0"/>
            <a:r>
              <a:rPr lang="en-GB" sz="1400" b="1">
                <a:solidFill>
                  <a:schemeClr val="bg1"/>
                </a:solidFill>
              </a:rPr>
              <a:t>Rooms delivered over a 20-year period</a:t>
            </a:r>
          </a:p>
        </p:txBody>
      </p:sp>
      <p:sp>
        <p:nvSpPr>
          <p:cNvPr id="99" name="Text Placeholder 98">
            <a:extLst>
              <a:ext uri="{FF2B5EF4-FFF2-40B4-BE49-F238E27FC236}">
                <a16:creationId xmlns:a16="http://schemas.microsoft.com/office/drawing/2014/main" id="{5355A1F3-1DF5-4754-82C7-DBE14DBFAC9A}"/>
              </a:ext>
            </a:extLst>
          </p:cNvPr>
          <p:cNvSpPr>
            <a:spLocks noGrp="1"/>
          </p:cNvSpPr>
          <p:nvPr>
            <p:ph type="body" sz="quarter" idx="17"/>
          </p:nvPr>
        </p:nvSpPr>
        <p:spPr>
          <a:xfrm>
            <a:off x="1974849" y="2589986"/>
            <a:ext cx="2523752" cy="762826"/>
          </a:xfrm>
        </p:spPr>
        <p:txBody>
          <a:bodyPr rtlCol="0"/>
          <a:lstStyle/>
          <a:p>
            <a:pPr rtl="0"/>
            <a:r>
              <a:rPr lang="en-GB" sz="1400" b="1">
                <a:solidFill>
                  <a:schemeClr val="bg1"/>
                </a:solidFill>
              </a:rPr>
              <a:t>Turnover for FY26</a:t>
            </a:r>
          </a:p>
        </p:txBody>
      </p:sp>
      <p:sp>
        <p:nvSpPr>
          <p:cNvPr id="101" name="Text Placeholder 100">
            <a:extLst>
              <a:ext uri="{FF2B5EF4-FFF2-40B4-BE49-F238E27FC236}">
                <a16:creationId xmlns:a16="http://schemas.microsoft.com/office/drawing/2014/main" id="{E67B7AF0-52AF-488F-990C-DB132A565BAD}"/>
              </a:ext>
            </a:extLst>
          </p:cNvPr>
          <p:cNvSpPr>
            <a:spLocks noGrp="1"/>
          </p:cNvSpPr>
          <p:nvPr>
            <p:ph type="body" sz="quarter" idx="19"/>
          </p:nvPr>
        </p:nvSpPr>
        <p:spPr>
          <a:xfrm>
            <a:off x="1974849" y="3589092"/>
            <a:ext cx="2523752" cy="762826"/>
          </a:xfrm>
        </p:spPr>
        <p:txBody>
          <a:bodyPr rtlCol="0"/>
          <a:lstStyle/>
          <a:p>
            <a:pPr rtl="0"/>
            <a:r>
              <a:rPr lang="en-GB" sz="1400" b="1">
                <a:solidFill>
                  <a:schemeClr val="bg1"/>
                </a:solidFill>
              </a:rPr>
              <a:t>Experian Score</a:t>
            </a:r>
          </a:p>
        </p:txBody>
      </p:sp>
      <p:sp>
        <p:nvSpPr>
          <p:cNvPr id="22" name="Slide Number Placeholder 21">
            <a:extLst>
              <a:ext uri="{FF2B5EF4-FFF2-40B4-BE49-F238E27FC236}">
                <a16:creationId xmlns:a16="http://schemas.microsoft.com/office/drawing/2014/main" id="{071C9AA2-1CCA-4329-B67C-08356C3C3CBC}"/>
              </a:ext>
            </a:extLst>
          </p:cNvPr>
          <p:cNvSpPr>
            <a:spLocks noGrp="1"/>
          </p:cNvSpPr>
          <p:nvPr>
            <p:ph type="sldNum" sz="quarter" idx="4"/>
          </p:nvPr>
        </p:nvSpPr>
        <p:spPr>
          <a:xfrm>
            <a:off x="7661392" y="5543263"/>
            <a:ext cx="1871774" cy="465650"/>
          </a:xfrm>
        </p:spPr>
        <p:txBody>
          <a:bodyPr rtlCol="0"/>
          <a:lstStyle/>
          <a:p>
            <a:pPr rtl="0"/>
            <a:fld id="{EA87306C-81BA-4795-A5CA-9392456A8C1E}" type="slidenum">
              <a:rPr lang="en-GB" smtClean="0"/>
              <a:pPr rtl="0"/>
              <a:t>3</a:t>
            </a:fld>
            <a:endParaRPr lang="en-GB"/>
          </a:p>
        </p:txBody>
      </p:sp>
      <p:pic>
        <p:nvPicPr>
          <p:cNvPr id="7" name="Picture 6" descr="A black background with yellow and grey text&#10;&#10;Description automatically generated">
            <a:extLst>
              <a:ext uri="{FF2B5EF4-FFF2-40B4-BE49-F238E27FC236}">
                <a16:creationId xmlns:a16="http://schemas.microsoft.com/office/drawing/2014/main" id="{B53F5241-CB33-B8B0-8DCC-1D634B427D8A}"/>
              </a:ext>
            </a:extLst>
          </p:cNvPr>
          <p:cNvPicPr>
            <a:picLocks noChangeAspect="1"/>
          </p:cNvPicPr>
          <p:nvPr/>
        </p:nvPicPr>
        <p:blipFill>
          <a:blip r:embed="rId3"/>
          <a:stretch>
            <a:fillRect/>
          </a:stretch>
        </p:blipFill>
        <p:spPr>
          <a:xfrm>
            <a:off x="977153" y="4391914"/>
            <a:ext cx="1900238" cy="964406"/>
          </a:xfrm>
          <a:prstGeom prst="rect">
            <a:avLst/>
          </a:prstGeom>
        </p:spPr>
      </p:pic>
      <p:sp>
        <p:nvSpPr>
          <p:cNvPr id="8" name="Text Placeholder 100">
            <a:extLst>
              <a:ext uri="{FF2B5EF4-FFF2-40B4-BE49-F238E27FC236}">
                <a16:creationId xmlns:a16="http://schemas.microsoft.com/office/drawing/2014/main" id="{DAF0EF71-AE0A-0AB2-354E-7922DBB6DE47}"/>
              </a:ext>
            </a:extLst>
          </p:cNvPr>
          <p:cNvSpPr txBox="1">
            <a:spLocks/>
          </p:cNvSpPr>
          <p:nvPr/>
        </p:nvSpPr>
        <p:spPr>
          <a:xfrm>
            <a:off x="2753838" y="4633009"/>
            <a:ext cx="2838078" cy="762826"/>
          </a:xfrm>
          <a:prstGeom prst="rect">
            <a:avLst/>
          </a:prstGeom>
        </p:spPr>
        <p:txBody>
          <a:bodyPr rtlCol="0" anchor="t"/>
          <a:lstStyle>
            <a:lvl1pPr marL="0" indent="0" algn="l" defTabSz="914400" rtl="0" eaLnBrk="1" latinLnBrk="0" hangingPunct="1">
              <a:lnSpc>
                <a:spcPct val="125000"/>
              </a:lnSpc>
              <a:spcBef>
                <a:spcPts val="0"/>
              </a:spcBef>
              <a:buFont typeface="Arial" panose="020B0604020202020204" pitchFamily="34" charset="0"/>
              <a:buNone/>
              <a:defRPr sz="1600" kern="1200" cap="none" spc="1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a:solidFill>
                  <a:schemeClr val="bg1"/>
                </a:solidFill>
              </a:rPr>
              <a:t>Startup business of the year awarded 2024</a:t>
            </a:r>
          </a:p>
        </p:txBody>
      </p:sp>
      <p:pic>
        <p:nvPicPr>
          <p:cNvPr id="10" name="Picture 9" descr="A yellow and black sign with a column and a circle&#10;&#10;Description automatically generated">
            <a:extLst>
              <a:ext uri="{FF2B5EF4-FFF2-40B4-BE49-F238E27FC236}">
                <a16:creationId xmlns:a16="http://schemas.microsoft.com/office/drawing/2014/main" id="{96215B3A-DB0B-A2A2-1B33-A1F0ECDAA993}"/>
              </a:ext>
            </a:extLst>
          </p:cNvPr>
          <p:cNvPicPr>
            <a:picLocks noChangeAspect="1"/>
          </p:cNvPicPr>
          <p:nvPr/>
        </p:nvPicPr>
        <p:blipFill>
          <a:blip r:embed="rId4"/>
          <a:stretch>
            <a:fillRect/>
          </a:stretch>
        </p:blipFill>
        <p:spPr>
          <a:xfrm>
            <a:off x="1040078" y="5589313"/>
            <a:ext cx="1668622" cy="839199"/>
          </a:xfrm>
          <a:prstGeom prst="rect">
            <a:avLst/>
          </a:prstGeom>
        </p:spPr>
      </p:pic>
      <p:pic>
        <p:nvPicPr>
          <p:cNvPr id="6" name="Picture Placeholder 5" descr="A blue and white logo&#10;&#10;AI-generated content may be incorrect.">
            <a:extLst>
              <a:ext uri="{FF2B5EF4-FFF2-40B4-BE49-F238E27FC236}">
                <a16:creationId xmlns:a16="http://schemas.microsoft.com/office/drawing/2014/main" id="{E550AA00-1049-7E00-790A-C446461735BE}"/>
              </a:ext>
            </a:extLst>
          </p:cNvPr>
          <p:cNvPicPr>
            <a:picLocks noGrp="1" noChangeAspect="1"/>
          </p:cNvPicPr>
          <p:nvPr>
            <p:ph type="pic" sz="quarter" idx="10"/>
          </p:nvPr>
        </p:nvPicPr>
        <p:blipFill>
          <a:blip r:embed="rId5"/>
          <a:srcRect l="17855" r="17855"/>
          <a:stretch>
            <a:fillRect/>
          </a:stretch>
        </p:blipFill>
        <p:spPr>
          <a:xfrm>
            <a:off x="6218238" y="857250"/>
            <a:ext cx="3306762" cy="5143500"/>
          </a:xfrm>
        </p:spPr>
      </p:pic>
      <p:pic>
        <p:nvPicPr>
          <p:cNvPr id="14" name="Picture 13">
            <a:extLst>
              <a:ext uri="{FF2B5EF4-FFF2-40B4-BE49-F238E27FC236}">
                <a16:creationId xmlns:a16="http://schemas.microsoft.com/office/drawing/2014/main" id="{3FB60704-3003-D38F-F158-5D7B60977B5A}"/>
              </a:ext>
            </a:extLst>
          </p:cNvPr>
          <p:cNvPicPr>
            <a:picLocks noChangeAspect="1"/>
          </p:cNvPicPr>
          <p:nvPr/>
        </p:nvPicPr>
        <p:blipFill>
          <a:blip r:embed="rId6"/>
          <a:stretch>
            <a:fillRect/>
          </a:stretch>
        </p:blipFill>
        <p:spPr>
          <a:xfrm>
            <a:off x="6219189" y="857249"/>
            <a:ext cx="3307050" cy="5143502"/>
          </a:xfrm>
          <a:prstGeom prst="rect">
            <a:avLst/>
          </a:prstGeom>
        </p:spPr>
      </p:pic>
      <p:pic>
        <p:nvPicPr>
          <p:cNvPr id="16" name="Picture 15">
            <a:extLst>
              <a:ext uri="{FF2B5EF4-FFF2-40B4-BE49-F238E27FC236}">
                <a16:creationId xmlns:a16="http://schemas.microsoft.com/office/drawing/2014/main" id="{7268F58D-B8B5-E413-E377-0EDCADEDC7DB}"/>
              </a:ext>
            </a:extLst>
          </p:cNvPr>
          <p:cNvPicPr>
            <a:picLocks noChangeAspect="1"/>
          </p:cNvPicPr>
          <p:nvPr/>
        </p:nvPicPr>
        <p:blipFill>
          <a:blip r:embed="rId7"/>
          <a:srcRect r="21070"/>
          <a:stretch/>
        </p:blipFill>
        <p:spPr>
          <a:xfrm>
            <a:off x="6101492" y="-29819"/>
            <a:ext cx="3817670" cy="6900301"/>
          </a:xfrm>
          <a:prstGeom prst="rect">
            <a:avLst/>
          </a:prstGeom>
        </p:spPr>
      </p:pic>
      <p:pic>
        <p:nvPicPr>
          <p:cNvPr id="4" name="Picture 3">
            <a:extLst>
              <a:ext uri="{FF2B5EF4-FFF2-40B4-BE49-F238E27FC236}">
                <a16:creationId xmlns:a16="http://schemas.microsoft.com/office/drawing/2014/main" id="{D317C392-AEBD-1D86-E253-5E6962753984}"/>
              </a:ext>
            </a:extLst>
          </p:cNvPr>
          <p:cNvPicPr>
            <a:picLocks noChangeAspect="1"/>
          </p:cNvPicPr>
          <p:nvPr/>
        </p:nvPicPr>
        <p:blipFill>
          <a:blip r:embed="rId8"/>
          <a:stretch>
            <a:fillRect/>
          </a:stretch>
        </p:blipFill>
        <p:spPr>
          <a:xfrm>
            <a:off x="4208893" y="5598642"/>
            <a:ext cx="1091154" cy="843733"/>
          </a:xfrm>
          <a:prstGeom prst="rect">
            <a:avLst/>
          </a:prstGeom>
        </p:spPr>
      </p:pic>
    </p:spTree>
    <p:extLst>
      <p:ext uri="{BB962C8B-B14F-4D97-AF65-F5344CB8AC3E}">
        <p14:creationId xmlns:p14="http://schemas.microsoft.com/office/powerpoint/2010/main" val="2492673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7DA5-2A86-89FD-211E-EB1A6E180A1D}"/>
            </a:ext>
          </a:extLst>
        </p:cNvPr>
        <p:cNvGrpSpPr/>
        <p:nvPr/>
      </p:nvGrpSpPr>
      <p:grpSpPr>
        <a:xfrm>
          <a:off x="0" y="0"/>
          <a:ext cx="0" cy="0"/>
          <a:chOff x="0" y="0"/>
          <a:chExt cx="0" cy="0"/>
        </a:xfrm>
      </p:grpSpPr>
      <p:pic>
        <p:nvPicPr>
          <p:cNvPr id="6" name="Picture Placeholder 5" descr="A close up of green grass&#10;">
            <a:extLst>
              <a:ext uri="{FF2B5EF4-FFF2-40B4-BE49-F238E27FC236}">
                <a16:creationId xmlns:a16="http://schemas.microsoft.com/office/drawing/2014/main" id="{DD5D843F-F97A-529E-6500-A4E0C6AC052B}"/>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l="-1" t="123" r="25100" b="7693"/>
          <a:stretch/>
        </p:blipFill>
        <p:spPr>
          <a:xfrm>
            <a:off x="0" y="0"/>
            <a:ext cx="9906000" cy="6858001"/>
          </a:xfrm>
        </p:spPr>
      </p:pic>
      <p:sp>
        <p:nvSpPr>
          <p:cNvPr id="14" name="Text Placeholder 13">
            <a:extLst>
              <a:ext uri="{FF2B5EF4-FFF2-40B4-BE49-F238E27FC236}">
                <a16:creationId xmlns:a16="http://schemas.microsoft.com/office/drawing/2014/main" id="{92A58446-76FC-15C7-08B3-F6952FF86048}"/>
              </a:ext>
            </a:extLst>
          </p:cNvPr>
          <p:cNvSpPr>
            <a:spLocks noGrp="1"/>
          </p:cNvSpPr>
          <p:nvPr>
            <p:ph type="body" sz="quarter" idx="12"/>
          </p:nvPr>
        </p:nvSpPr>
        <p:spPr>
          <a:xfrm>
            <a:off x="0" y="0"/>
            <a:ext cx="9906000" cy="6858000"/>
          </a:xfrm>
        </p:spPr>
        <p:txBody>
          <a:bodyPr rtlCol="0"/>
          <a:lstStyle/>
          <a:p>
            <a:pPr rtl="0"/>
            <a:r>
              <a:rPr lang="en-GB"/>
              <a:t> </a:t>
            </a:r>
          </a:p>
        </p:txBody>
      </p:sp>
      <p:grpSp>
        <p:nvGrpSpPr>
          <p:cNvPr id="11" name="Group 10">
            <a:extLst>
              <a:ext uri="{FF2B5EF4-FFF2-40B4-BE49-F238E27FC236}">
                <a16:creationId xmlns:a16="http://schemas.microsoft.com/office/drawing/2014/main" id="{0833DBEB-A6C8-DB54-92A8-D2947ED21823}"/>
              </a:ext>
            </a:extLst>
          </p:cNvPr>
          <p:cNvGrpSpPr/>
          <p:nvPr/>
        </p:nvGrpSpPr>
        <p:grpSpPr>
          <a:xfrm>
            <a:off x="0" y="339214"/>
            <a:ext cx="9906000" cy="6553200"/>
            <a:chOff x="0" y="304800"/>
            <a:chExt cx="9906000" cy="6553200"/>
          </a:xfrm>
          <a:solidFill>
            <a:srgbClr val="174542"/>
          </a:solidFill>
        </p:grpSpPr>
        <p:pic>
          <p:nvPicPr>
            <p:cNvPr id="8" name="Picture 7">
              <a:extLst>
                <a:ext uri="{FF2B5EF4-FFF2-40B4-BE49-F238E27FC236}">
                  <a16:creationId xmlns:a16="http://schemas.microsoft.com/office/drawing/2014/main" id="{B565049F-B19B-1150-DD44-B0A3D9F515B3}"/>
                </a:ext>
              </a:extLst>
            </p:cNvPr>
            <p:cNvPicPr>
              <a:picLocks noChangeAspect="1"/>
            </p:cNvPicPr>
            <p:nvPr/>
          </p:nvPicPr>
          <p:blipFill>
            <a:blip r:embed="rId4"/>
            <a:srcRect r="2562"/>
            <a:stretch/>
          </p:blipFill>
          <p:spPr>
            <a:xfrm>
              <a:off x="0" y="304800"/>
              <a:ext cx="9906000" cy="5813178"/>
            </a:xfrm>
            <a:prstGeom prst="rect">
              <a:avLst/>
            </a:prstGeom>
            <a:grpFill/>
          </p:spPr>
        </p:pic>
        <p:pic>
          <p:nvPicPr>
            <p:cNvPr id="10" name="Picture 9">
              <a:extLst>
                <a:ext uri="{FF2B5EF4-FFF2-40B4-BE49-F238E27FC236}">
                  <a16:creationId xmlns:a16="http://schemas.microsoft.com/office/drawing/2014/main" id="{47F3EDC9-1907-10BB-5569-49AC7247BA4A}"/>
                </a:ext>
              </a:extLst>
            </p:cNvPr>
            <p:cNvPicPr>
              <a:picLocks noChangeAspect="1"/>
            </p:cNvPicPr>
            <p:nvPr/>
          </p:nvPicPr>
          <p:blipFill>
            <a:blip r:embed="rId5"/>
            <a:stretch>
              <a:fillRect/>
            </a:stretch>
          </p:blipFill>
          <p:spPr>
            <a:xfrm>
              <a:off x="0" y="5736657"/>
              <a:ext cx="9906000" cy="1121343"/>
            </a:xfrm>
            <a:prstGeom prst="rect">
              <a:avLst/>
            </a:prstGeom>
            <a:grpFill/>
          </p:spPr>
        </p:pic>
      </p:grpSp>
      <p:pic>
        <p:nvPicPr>
          <p:cNvPr id="12" name="Picture 11">
            <a:extLst>
              <a:ext uri="{FF2B5EF4-FFF2-40B4-BE49-F238E27FC236}">
                <a16:creationId xmlns:a16="http://schemas.microsoft.com/office/drawing/2014/main" id="{630569C3-5CA4-FF13-010C-801B7BDEDA22}"/>
              </a:ext>
            </a:extLst>
          </p:cNvPr>
          <p:cNvPicPr>
            <a:picLocks noChangeAspect="1"/>
          </p:cNvPicPr>
          <p:nvPr/>
        </p:nvPicPr>
        <p:blipFill>
          <a:blip r:embed="rId5"/>
          <a:stretch>
            <a:fillRect/>
          </a:stretch>
        </p:blipFill>
        <p:spPr>
          <a:xfrm>
            <a:off x="0" y="1"/>
            <a:ext cx="9906000" cy="373626"/>
          </a:xfrm>
          <a:prstGeom prst="rect">
            <a:avLst/>
          </a:prstGeom>
        </p:spPr>
      </p:pic>
    </p:spTree>
    <p:extLst>
      <p:ext uri="{BB962C8B-B14F-4D97-AF65-F5344CB8AC3E}">
        <p14:creationId xmlns:p14="http://schemas.microsoft.com/office/powerpoint/2010/main" val="1435161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1BB8-FD3E-1BDA-54B7-D0A108B87FBE}"/>
            </a:ext>
          </a:extLst>
        </p:cNvPr>
        <p:cNvGrpSpPr/>
        <p:nvPr/>
      </p:nvGrpSpPr>
      <p:grpSpPr>
        <a:xfrm>
          <a:off x="0" y="0"/>
          <a:ext cx="0" cy="0"/>
          <a:chOff x="0" y="0"/>
          <a:chExt cx="0" cy="0"/>
        </a:xfrm>
      </p:grpSpPr>
      <p:pic>
        <p:nvPicPr>
          <p:cNvPr id="43" name="Picture 42">
            <a:extLst>
              <a:ext uri="{FF2B5EF4-FFF2-40B4-BE49-F238E27FC236}">
                <a16:creationId xmlns:a16="http://schemas.microsoft.com/office/drawing/2014/main" id="{77C6CB7A-A8AC-A7AA-0895-CC06F7329EE0}"/>
              </a:ext>
            </a:extLst>
          </p:cNvPr>
          <p:cNvPicPr>
            <a:picLocks noChangeAspect="1"/>
          </p:cNvPicPr>
          <p:nvPr/>
        </p:nvPicPr>
        <p:blipFill>
          <a:blip r:embed="rId3"/>
          <a:stretch>
            <a:fillRect/>
          </a:stretch>
        </p:blipFill>
        <p:spPr>
          <a:xfrm>
            <a:off x="888818" y="958957"/>
            <a:ext cx="3698129" cy="2437403"/>
          </a:xfrm>
          <a:prstGeom prst="rect">
            <a:avLst/>
          </a:prstGeom>
        </p:spPr>
      </p:pic>
      <p:pic>
        <p:nvPicPr>
          <p:cNvPr id="45" name="Picture 44">
            <a:extLst>
              <a:ext uri="{FF2B5EF4-FFF2-40B4-BE49-F238E27FC236}">
                <a16:creationId xmlns:a16="http://schemas.microsoft.com/office/drawing/2014/main" id="{B6533071-6A08-7036-94AF-23D956FC35D6}"/>
              </a:ext>
            </a:extLst>
          </p:cNvPr>
          <p:cNvPicPr>
            <a:picLocks noChangeAspect="1"/>
          </p:cNvPicPr>
          <p:nvPr/>
        </p:nvPicPr>
        <p:blipFill>
          <a:blip r:embed="rId4"/>
          <a:stretch>
            <a:fillRect/>
          </a:stretch>
        </p:blipFill>
        <p:spPr>
          <a:xfrm>
            <a:off x="5260866" y="958957"/>
            <a:ext cx="3756316" cy="2469729"/>
          </a:xfrm>
          <a:prstGeom prst="rect">
            <a:avLst/>
          </a:prstGeom>
        </p:spPr>
      </p:pic>
      <p:pic>
        <p:nvPicPr>
          <p:cNvPr id="47" name="Picture 46">
            <a:extLst>
              <a:ext uri="{FF2B5EF4-FFF2-40B4-BE49-F238E27FC236}">
                <a16:creationId xmlns:a16="http://schemas.microsoft.com/office/drawing/2014/main" id="{34F685C7-8081-270D-A059-CA5E5EEAF50C}"/>
              </a:ext>
            </a:extLst>
          </p:cNvPr>
          <p:cNvPicPr>
            <a:picLocks noChangeAspect="1"/>
          </p:cNvPicPr>
          <p:nvPr/>
        </p:nvPicPr>
        <p:blipFill>
          <a:blip r:embed="rId5"/>
          <a:stretch>
            <a:fillRect/>
          </a:stretch>
        </p:blipFill>
        <p:spPr>
          <a:xfrm>
            <a:off x="885585" y="3428686"/>
            <a:ext cx="3704593" cy="3277886"/>
          </a:xfrm>
          <a:prstGeom prst="rect">
            <a:avLst/>
          </a:prstGeom>
        </p:spPr>
      </p:pic>
      <p:pic>
        <p:nvPicPr>
          <p:cNvPr id="49" name="Picture 48">
            <a:extLst>
              <a:ext uri="{FF2B5EF4-FFF2-40B4-BE49-F238E27FC236}">
                <a16:creationId xmlns:a16="http://schemas.microsoft.com/office/drawing/2014/main" id="{AC44DCC2-2C00-C641-DB66-8A6A2C3DCD54}"/>
              </a:ext>
            </a:extLst>
          </p:cNvPr>
          <p:cNvPicPr>
            <a:picLocks noChangeAspect="1"/>
          </p:cNvPicPr>
          <p:nvPr/>
        </p:nvPicPr>
        <p:blipFill>
          <a:blip r:embed="rId6"/>
          <a:stretch>
            <a:fillRect/>
          </a:stretch>
        </p:blipFill>
        <p:spPr>
          <a:xfrm>
            <a:off x="5260866" y="3456679"/>
            <a:ext cx="3691663" cy="3252025"/>
          </a:xfrm>
          <a:prstGeom prst="rect">
            <a:avLst/>
          </a:prstGeom>
        </p:spPr>
      </p:pic>
      <p:sp>
        <p:nvSpPr>
          <p:cNvPr id="52" name="Title 124">
            <a:extLst>
              <a:ext uri="{FF2B5EF4-FFF2-40B4-BE49-F238E27FC236}">
                <a16:creationId xmlns:a16="http://schemas.microsoft.com/office/drawing/2014/main" id="{DD4BC204-37A4-0B52-51BD-39FE1E5B218D}"/>
              </a:ext>
            </a:extLst>
          </p:cNvPr>
          <p:cNvSpPr>
            <a:spLocks noGrp="1"/>
          </p:cNvSpPr>
          <p:nvPr>
            <p:ph type="title"/>
          </p:nvPr>
        </p:nvSpPr>
        <p:spPr>
          <a:xfrm>
            <a:off x="885585" y="363451"/>
            <a:ext cx="3004586" cy="493338"/>
          </a:xfrm>
        </p:spPr>
        <p:txBody>
          <a:bodyPr rtlCol="0"/>
          <a:lstStyle/>
          <a:p>
            <a:pPr algn="l" rtl="0"/>
            <a:r>
              <a:rPr lang="en-GB">
                <a:solidFill>
                  <a:schemeClr val="accent5">
                    <a:lumMod val="50000"/>
                  </a:schemeClr>
                </a:solidFill>
              </a:rPr>
              <a:t>OUR SERVICES</a:t>
            </a:r>
          </a:p>
        </p:txBody>
      </p:sp>
      <p:sp>
        <p:nvSpPr>
          <p:cNvPr id="53" name="Rectangle 52">
            <a:extLst>
              <a:ext uri="{FF2B5EF4-FFF2-40B4-BE49-F238E27FC236}">
                <a16:creationId xmlns:a16="http://schemas.microsoft.com/office/drawing/2014/main" id="{3224971F-489B-A4BB-6AC7-90545855E97C}"/>
              </a:ext>
            </a:extLst>
          </p:cNvPr>
          <p:cNvSpPr/>
          <p:nvPr/>
        </p:nvSpPr>
        <p:spPr>
          <a:xfrm>
            <a:off x="885585" y="6706572"/>
            <a:ext cx="3701362" cy="151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49E06EE5-74A0-9D3D-FCDB-916FAE435432}"/>
              </a:ext>
            </a:extLst>
          </p:cNvPr>
          <p:cNvSpPr/>
          <p:nvPr/>
        </p:nvSpPr>
        <p:spPr>
          <a:xfrm>
            <a:off x="5251167" y="6702976"/>
            <a:ext cx="3701362" cy="1550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43195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50B3-8277-C698-FAB8-1C5339D64CA1}"/>
            </a:ext>
          </a:extLst>
        </p:cNvPr>
        <p:cNvGrpSpPr/>
        <p:nvPr/>
      </p:nvGrpSpPr>
      <p:grpSpPr>
        <a:xfrm>
          <a:off x="0" y="0"/>
          <a:ext cx="0" cy="0"/>
          <a:chOff x="0" y="0"/>
          <a:chExt cx="0" cy="0"/>
        </a:xfrm>
      </p:grpSpPr>
      <p:sp>
        <p:nvSpPr>
          <p:cNvPr id="125" name="Title 124">
            <a:extLst>
              <a:ext uri="{FF2B5EF4-FFF2-40B4-BE49-F238E27FC236}">
                <a16:creationId xmlns:a16="http://schemas.microsoft.com/office/drawing/2014/main" id="{29F4E725-B6D2-6CA9-CC03-18F3FF841210}"/>
              </a:ext>
            </a:extLst>
          </p:cNvPr>
          <p:cNvSpPr>
            <a:spLocks noGrp="1"/>
          </p:cNvSpPr>
          <p:nvPr>
            <p:ph type="title"/>
          </p:nvPr>
        </p:nvSpPr>
        <p:spPr>
          <a:xfrm>
            <a:off x="1102436" y="610595"/>
            <a:ext cx="3004586" cy="493338"/>
          </a:xfrm>
        </p:spPr>
        <p:txBody>
          <a:bodyPr rtlCol="0"/>
          <a:lstStyle/>
          <a:p>
            <a:pPr algn="l" rtl="0"/>
            <a:r>
              <a:rPr lang="en-GB">
                <a:solidFill>
                  <a:schemeClr val="accent5">
                    <a:lumMod val="50000"/>
                  </a:schemeClr>
                </a:solidFill>
              </a:rPr>
              <a:t>Meet the team </a:t>
            </a:r>
          </a:p>
        </p:txBody>
      </p:sp>
      <p:grpSp>
        <p:nvGrpSpPr>
          <p:cNvPr id="46" name="Group 45">
            <a:extLst>
              <a:ext uri="{FF2B5EF4-FFF2-40B4-BE49-F238E27FC236}">
                <a16:creationId xmlns:a16="http://schemas.microsoft.com/office/drawing/2014/main" id="{BE7E21A2-279B-9583-77B0-F11160F72E6D}"/>
              </a:ext>
            </a:extLst>
          </p:cNvPr>
          <p:cNvGrpSpPr/>
          <p:nvPr/>
        </p:nvGrpSpPr>
        <p:grpSpPr>
          <a:xfrm>
            <a:off x="56725" y="1534620"/>
            <a:ext cx="9847944" cy="4310549"/>
            <a:chOff x="56725" y="1534620"/>
            <a:chExt cx="9847944" cy="4310549"/>
          </a:xfrm>
        </p:grpSpPr>
        <p:pic>
          <p:nvPicPr>
            <p:cNvPr id="41" name="Picture 40" descr="A group of square frames&#10;&#10;AI-generated content may be incorrect.">
              <a:extLst>
                <a:ext uri="{FF2B5EF4-FFF2-40B4-BE49-F238E27FC236}">
                  <a16:creationId xmlns:a16="http://schemas.microsoft.com/office/drawing/2014/main" id="{F7895A46-EDAD-DD33-484A-C9A4A6C34D11}"/>
                </a:ext>
              </a:extLst>
            </p:cNvPr>
            <p:cNvPicPr>
              <a:picLocks noChangeAspect="1"/>
            </p:cNvPicPr>
            <p:nvPr/>
          </p:nvPicPr>
          <p:blipFill>
            <a:blip r:embed="rId3"/>
            <a:stretch>
              <a:fillRect/>
            </a:stretch>
          </p:blipFill>
          <p:spPr>
            <a:xfrm>
              <a:off x="56725" y="1534620"/>
              <a:ext cx="7842447" cy="4160501"/>
            </a:xfrm>
            <a:prstGeom prst="rect">
              <a:avLst/>
            </a:prstGeom>
          </p:spPr>
        </p:pic>
        <p:pic>
          <p:nvPicPr>
            <p:cNvPr id="43" name="Picture 42" descr="A green rectangles on a white background&#10;&#10;AI-generated content may be incorrect.">
              <a:extLst>
                <a:ext uri="{FF2B5EF4-FFF2-40B4-BE49-F238E27FC236}">
                  <a16:creationId xmlns:a16="http://schemas.microsoft.com/office/drawing/2014/main" id="{EE4EDDC8-2AA7-41DF-B326-76E57DCBA2E1}"/>
                </a:ext>
              </a:extLst>
            </p:cNvPr>
            <p:cNvPicPr>
              <a:picLocks noChangeAspect="1"/>
            </p:cNvPicPr>
            <p:nvPr/>
          </p:nvPicPr>
          <p:blipFill>
            <a:blip r:embed="rId4"/>
            <a:stretch>
              <a:fillRect/>
            </a:stretch>
          </p:blipFill>
          <p:spPr>
            <a:xfrm>
              <a:off x="8359506" y="1574376"/>
              <a:ext cx="1545163" cy="4270793"/>
            </a:xfrm>
            <a:prstGeom prst="rect">
              <a:avLst/>
            </a:prstGeom>
          </p:spPr>
        </p:pic>
        <p:pic>
          <p:nvPicPr>
            <p:cNvPr id="45" name="Picture 44" descr="A white background with black dots&#10;&#10;AI-generated content may be incorrect.">
              <a:extLst>
                <a:ext uri="{FF2B5EF4-FFF2-40B4-BE49-F238E27FC236}">
                  <a16:creationId xmlns:a16="http://schemas.microsoft.com/office/drawing/2014/main" id="{C7B36125-6264-D435-A1A5-9E41AF0D6399}"/>
                </a:ext>
              </a:extLst>
            </p:cNvPr>
            <p:cNvPicPr>
              <a:picLocks noChangeAspect="1"/>
            </p:cNvPicPr>
            <p:nvPr/>
          </p:nvPicPr>
          <p:blipFill>
            <a:blip r:embed="rId5"/>
            <a:stretch>
              <a:fillRect/>
            </a:stretch>
          </p:blipFill>
          <p:spPr>
            <a:xfrm>
              <a:off x="7806182" y="1614132"/>
              <a:ext cx="533446" cy="4061109"/>
            </a:xfrm>
            <a:prstGeom prst="rect">
              <a:avLst/>
            </a:prstGeom>
          </p:spPr>
        </p:pic>
      </p:grpSp>
      <p:sp>
        <p:nvSpPr>
          <p:cNvPr id="47" name="Text Placeholder 79">
            <a:extLst>
              <a:ext uri="{FF2B5EF4-FFF2-40B4-BE49-F238E27FC236}">
                <a16:creationId xmlns:a16="http://schemas.microsoft.com/office/drawing/2014/main" id="{2B445BF6-B73A-055F-EC57-F8CC25783F5D}"/>
              </a:ext>
            </a:extLst>
          </p:cNvPr>
          <p:cNvSpPr>
            <a:spLocks noGrp="1"/>
          </p:cNvSpPr>
          <p:nvPr>
            <p:ph type="body" sz="quarter" idx="22"/>
          </p:nvPr>
        </p:nvSpPr>
        <p:spPr>
          <a:xfrm>
            <a:off x="-61766" y="3265108"/>
            <a:ext cx="1736404" cy="261316"/>
          </a:xfrm>
        </p:spPr>
        <p:txBody>
          <a:bodyPr rtlCol="0"/>
          <a:lstStyle/>
          <a:p>
            <a:pPr rtl="0"/>
            <a:r>
              <a:rPr lang="en-GB"/>
              <a:t>Dan </a:t>
            </a:r>
            <a:r>
              <a:rPr lang="en-GB" err="1"/>
              <a:t>brownsword</a:t>
            </a:r>
            <a:endParaRPr lang="en-GB"/>
          </a:p>
        </p:txBody>
      </p:sp>
      <p:sp>
        <p:nvSpPr>
          <p:cNvPr id="48" name="Text Placeholder 108">
            <a:extLst>
              <a:ext uri="{FF2B5EF4-FFF2-40B4-BE49-F238E27FC236}">
                <a16:creationId xmlns:a16="http://schemas.microsoft.com/office/drawing/2014/main" id="{FA65D6E1-8168-2562-E019-38A6AC017EEA}"/>
              </a:ext>
            </a:extLst>
          </p:cNvPr>
          <p:cNvSpPr>
            <a:spLocks noGrp="1"/>
          </p:cNvSpPr>
          <p:nvPr>
            <p:ph type="body" sz="quarter" idx="23"/>
          </p:nvPr>
        </p:nvSpPr>
        <p:spPr>
          <a:xfrm>
            <a:off x="-58434" y="3498319"/>
            <a:ext cx="1736404" cy="215299"/>
          </a:xfrm>
        </p:spPr>
        <p:txBody>
          <a:bodyPr rtlCol="0"/>
          <a:lstStyle/>
          <a:p>
            <a:pPr rtl="0"/>
            <a:r>
              <a:rPr lang="en-GB"/>
              <a:t>Director</a:t>
            </a:r>
          </a:p>
        </p:txBody>
      </p:sp>
      <p:sp>
        <p:nvSpPr>
          <p:cNvPr id="49" name="Text Placeholder 245">
            <a:extLst>
              <a:ext uri="{FF2B5EF4-FFF2-40B4-BE49-F238E27FC236}">
                <a16:creationId xmlns:a16="http://schemas.microsoft.com/office/drawing/2014/main" id="{E647B402-1449-241B-7A2B-5B26BF7FA4C7}"/>
              </a:ext>
            </a:extLst>
          </p:cNvPr>
          <p:cNvSpPr>
            <a:spLocks noGrp="1"/>
          </p:cNvSpPr>
          <p:nvPr>
            <p:ph type="body" sz="quarter" idx="25"/>
          </p:nvPr>
        </p:nvSpPr>
        <p:spPr>
          <a:xfrm>
            <a:off x="2082387" y="3258431"/>
            <a:ext cx="1736404" cy="261316"/>
          </a:xfrm>
        </p:spPr>
        <p:txBody>
          <a:bodyPr rtlCol="0"/>
          <a:lstStyle/>
          <a:p>
            <a:pPr rtl="0"/>
            <a:r>
              <a:rPr lang="en-GB"/>
              <a:t>Kam </a:t>
            </a:r>
            <a:r>
              <a:rPr lang="en-GB" err="1"/>
              <a:t>krupinski</a:t>
            </a:r>
            <a:endParaRPr lang="en-GB"/>
          </a:p>
        </p:txBody>
      </p:sp>
      <p:sp>
        <p:nvSpPr>
          <p:cNvPr id="50" name="Text Placeholder 246">
            <a:extLst>
              <a:ext uri="{FF2B5EF4-FFF2-40B4-BE49-F238E27FC236}">
                <a16:creationId xmlns:a16="http://schemas.microsoft.com/office/drawing/2014/main" id="{35B010C7-F182-68F2-6527-1F62C3B43E4B}"/>
              </a:ext>
            </a:extLst>
          </p:cNvPr>
          <p:cNvSpPr>
            <a:spLocks noGrp="1"/>
          </p:cNvSpPr>
          <p:nvPr>
            <p:ph type="body" sz="quarter" idx="26"/>
          </p:nvPr>
        </p:nvSpPr>
        <p:spPr>
          <a:xfrm>
            <a:off x="2078986" y="3496632"/>
            <a:ext cx="1736404" cy="215299"/>
          </a:xfrm>
        </p:spPr>
        <p:txBody>
          <a:bodyPr rtlCol="0"/>
          <a:lstStyle/>
          <a:p>
            <a:pPr rtl="0"/>
            <a:r>
              <a:rPr lang="en-GB"/>
              <a:t>Director</a:t>
            </a:r>
          </a:p>
        </p:txBody>
      </p:sp>
      <p:sp>
        <p:nvSpPr>
          <p:cNvPr id="51" name="Text Placeholder 248">
            <a:extLst>
              <a:ext uri="{FF2B5EF4-FFF2-40B4-BE49-F238E27FC236}">
                <a16:creationId xmlns:a16="http://schemas.microsoft.com/office/drawing/2014/main" id="{6BDDE0EF-7895-A6FE-1FB1-985BF3F117AA}"/>
              </a:ext>
            </a:extLst>
          </p:cNvPr>
          <p:cNvSpPr>
            <a:spLocks noGrp="1"/>
          </p:cNvSpPr>
          <p:nvPr>
            <p:ph type="body" sz="quarter" idx="28"/>
          </p:nvPr>
        </p:nvSpPr>
        <p:spPr>
          <a:xfrm>
            <a:off x="4174650" y="3285570"/>
            <a:ext cx="1736404" cy="261316"/>
          </a:xfrm>
        </p:spPr>
        <p:txBody>
          <a:bodyPr rtlCol="0"/>
          <a:lstStyle/>
          <a:p>
            <a:pPr rtl="0"/>
            <a:r>
              <a:rPr lang="en-GB"/>
              <a:t>Jamie ward</a:t>
            </a:r>
          </a:p>
        </p:txBody>
      </p:sp>
      <p:sp>
        <p:nvSpPr>
          <p:cNvPr id="52" name="Text Placeholder 249">
            <a:extLst>
              <a:ext uri="{FF2B5EF4-FFF2-40B4-BE49-F238E27FC236}">
                <a16:creationId xmlns:a16="http://schemas.microsoft.com/office/drawing/2014/main" id="{7D22B22B-84E2-FF92-143C-C985F0AD0C60}"/>
              </a:ext>
            </a:extLst>
          </p:cNvPr>
          <p:cNvSpPr>
            <a:spLocks noGrp="1"/>
          </p:cNvSpPr>
          <p:nvPr>
            <p:ph type="body" sz="quarter" idx="29"/>
          </p:nvPr>
        </p:nvSpPr>
        <p:spPr>
          <a:xfrm>
            <a:off x="4200023" y="3489957"/>
            <a:ext cx="1736404" cy="215299"/>
          </a:xfrm>
        </p:spPr>
        <p:txBody>
          <a:bodyPr rtlCol="0"/>
          <a:lstStyle/>
          <a:p>
            <a:pPr rtl="0"/>
            <a:r>
              <a:rPr lang="en-GB"/>
              <a:t>Senior Estimator</a:t>
            </a:r>
          </a:p>
        </p:txBody>
      </p:sp>
      <p:sp>
        <p:nvSpPr>
          <p:cNvPr id="53" name="Text Placeholder 251">
            <a:extLst>
              <a:ext uri="{FF2B5EF4-FFF2-40B4-BE49-F238E27FC236}">
                <a16:creationId xmlns:a16="http://schemas.microsoft.com/office/drawing/2014/main" id="{37F1F2CB-CA53-36D2-28C5-F21D63C5BA19}"/>
              </a:ext>
            </a:extLst>
          </p:cNvPr>
          <p:cNvSpPr>
            <a:spLocks noGrp="1"/>
          </p:cNvSpPr>
          <p:nvPr>
            <p:ph type="body" sz="quarter" idx="31"/>
          </p:nvPr>
        </p:nvSpPr>
        <p:spPr>
          <a:xfrm>
            <a:off x="6266913" y="3280892"/>
            <a:ext cx="1736404" cy="261316"/>
          </a:xfrm>
        </p:spPr>
        <p:txBody>
          <a:bodyPr rtlCol="0"/>
          <a:lstStyle/>
          <a:p>
            <a:pPr rtl="0"/>
            <a:r>
              <a:rPr lang="en-GB"/>
              <a:t>Jimmy </a:t>
            </a:r>
            <a:r>
              <a:rPr lang="en-GB" err="1"/>
              <a:t>HoGG</a:t>
            </a:r>
            <a:endParaRPr lang="en-GB"/>
          </a:p>
        </p:txBody>
      </p:sp>
      <p:sp>
        <p:nvSpPr>
          <p:cNvPr id="54" name="Text Placeholder 252">
            <a:extLst>
              <a:ext uri="{FF2B5EF4-FFF2-40B4-BE49-F238E27FC236}">
                <a16:creationId xmlns:a16="http://schemas.microsoft.com/office/drawing/2014/main" id="{874B0448-E263-2267-C0DC-8068181746DE}"/>
              </a:ext>
            </a:extLst>
          </p:cNvPr>
          <p:cNvSpPr>
            <a:spLocks noGrp="1"/>
          </p:cNvSpPr>
          <p:nvPr>
            <p:ph type="body" sz="quarter" idx="32"/>
          </p:nvPr>
        </p:nvSpPr>
        <p:spPr>
          <a:xfrm>
            <a:off x="6269803" y="3496145"/>
            <a:ext cx="1736404" cy="215299"/>
          </a:xfrm>
        </p:spPr>
        <p:txBody>
          <a:bodyPr rtlCol="0"/>
          <a:lstStyle/>
          <a:p>
            <a:pPr rtl="0"/>
            <a:r>
              <a:rPr lang="en-GB"/>
              <a:t>Jr. Estimator</a:t>
            </a:r>
          </a:p>
        </p:txBody>
      </p:sp>
      <p:sp>
        <p:nvSpPr>
          <p:cNvPr id="55" name="Text Placeholder 140">
            <a:extLst>
              <a:ext uri="{FF2B5EF4-FFF2-40B4-BE49-F238E27FC236}">
                <a16:creationId xmlns:a16="http://schemas.microsoft.com/office/drawing/2014/main" id="{92257181-A897-559D-0C1D-C0430BC9A625}"/>
              </a:ext>
            </a:extLst>
          </p:cNvPr>
          <p:cNvSpPr>
            <a:spLocks noGrp="1"/>
          </p:cNvSpPr>
          <p:nvPr>
            <p:ph type="body" sz="quarter" idx="34"/>
          </p:nvPr>
        </p:nvSpPr>
        <p:spPr>
          <a:xfrm>
            <a:off x="6235838" y="5576512"/>
            <a:ext cx="1736404" cy="261316"/>
          </a:xfrm>
        </p:spPr>
        <p:txBody>
          <a:bodyPr rtlCol="0"/>
          <a:lstStyle/>
          <a:p>
            <a:pPr rtl="0"/>
            <a:r>
              <a:rPr lang="en-GB"/>
              <a:t>Joe barker</a:t>
            </a:r>
          </a:p>
        </p:txBody>
      </p:sp>
      <p:sp>
        <p:nvSpPr>
          <p:cNvPr id="56" name="Text Placeholder 141">
            <a:extLst>
              <a:ext uri="{FF2B5EF4-FFF2-40B4-BE49-F238E27FC236}">
                <a16:creationId xmlns:a16="http://schemas.microsoft.com/office/drawing/2014/main" id="{C5175C26-78AE-5704-BE9D-EC62916DCC29}"/>
              </a:ext>
            </a:extLst>
          </p:cNvPr>
          <p:cNvSpPr>
            <a:spLocks noGrp="1"/>
          </p:cNvSpPr>
          <p:nvPr>
            <p:ph type="body" sz="quarter" idx="35"/>
          </p:nvPr>
        </p:nvSpPr>
        <p:spPr>
          <a:xfrm>
            <a:off x="6246808" y="5834340"/>
            <a:ext cx="1736404" cy="215299"/>
          </a:xfrm>
        </p:spPr>
        <p:txBody>
          <a:bodyPr rtlCol="0"/>
          <a:lstStyle/>
          <a:p>
            <a:pPr rtl="0"/>
            <a:r>
              <a:rPr lang="en-GB"/>
              <a:t>Coordinator</a:t>
            </a:r>
          </a:p>
        </p:txBody>
      </p:sp>
      <p:sp>
        <p:nvSpPr>
          <p:cNvPr id="57" name="Text Placeholder 255">
            <a:extLst>
              <a:ext uri="{FF2B5EF4-FFF2-40B4-BE49-F238E27FC236}">
                <a16:creationId xmlns:a16="http://schemas.microsoft.com/office/drawing/2014/main" id="{C179B740-56A8-3648-2D4F-ACAF4B491848}"/>
              </a:ext>
            </a:extLst>
          </p:cNvPr>
          <p:cNvSpPr>
            <a:spLocks noGrp="1"/>
          </p:cNvSpPr>
          <p:nvPr>
            <p:ph type="body" sz="quarter" idx="37"/>
          </p:nvPr>
        </p:nvSpPr>
        <p:spPr>
          <a:xfrm>
            <a:off x="8193853" y="5559525"/>
            <a:ext cx="1736404" cy="261316"/>
          </a:xfrm>
        </p:spPr>
        <p:txBody>
          <a:bodyPr rtlCol="0"/>
          <a:lstStyle/>
          <a:p>
            <a:pPr rtl="0"/>
            <a:r>
              <a:rPr lang="en-GB" err="1"/>
              <a:t>Arsha</a:t>
            </a:r>
            <a:r>
              <a:rPr lang="en-GB"/>
              <a:t> </a:t>
            </a:r>
            <a:r>
              <a:rPr lang="en-GB" err="1"/>
              <a:t>devasia</a:t>
            </a:r>
            <a:endParaRPr lang="en-GB"/>
          </a:p>
        </p:txBody>
      </p:sp>
      <p:sp>
        <p:nvSpPr>
          <p:cNvPr id="58" name="Text Placeholder 256">
            <a:extLst>
              <a:ext uri="{FF2B5EF4-FFF2-40B4-BE49-F238E27FC236}">
                <a16:creationId xmlns:a16="http://schemas.microsoft.com/office/drawing/2014/main" id="{ECD8B9F7-10C8-E339-FAE4-302E72024724}"/>
              </a:ext>
            </a:extLst>
          </p:cNvPr>
          <p:cNvSpPr>
            <a:spLocks noGrp="1"/>
          </p:cNvSpPr>
          <p:nvPr>
            <p:ph type="body" sz="quarter" idx="38"/>
          </p:nvPr>
        </p:nvSpPr>
        <p:spPr>
          <a:xfrm>
            <a:off x="8160982" y="5823449"/>
            <a:ext cx="1736404" cy="215299"/>
          </a:xfrm>
        </p:spPr>
        <p:txBody>
          <a:bodyPr rtlCol="0"/>
          <a:lstStyle/>
          <a:p>
            <a:pPr rtl="0"/>
            <a:r>
              <a:rPr lang="en-GB"/>
              <a:t>Coordinator</a:t>
            </a:r>
          </a:p>
        </p:txBody>
      </p:sp>
      <p:sp>
        <p:nvSpPr>
          <p:cNvPr id="59" name="Text Placeholder 261">
            <a:extLst>
              <a:ext uri="{FF2B5EF4-FFF2-40B4-BE49-F238E27FC236}">
                <a16:creationId xmlns:a16="http://schemas.microsoft.com/office/drawing/2014/main" id="{DF63699B-A535-B509-3B19-DAB9A7488ED4}"/>
              </a:ext>
            </a:extLst>
          </p:cNvPr>
          <p:cNvSpPr txBox="1">
            <a:spLocks/>
          </p:cNvSpPr>
          <p:nvPr/>
        </p:nvSpPr>
        <p:spPr>
          <a:xfrm>
            <a:off x="-69847" y="5573598"/>
            <a:ext cx="1736404" cy="261316"/>
          </a:xfrm>
          <a:prstGeom prst="rect">
            <a:avLst/>
          </a:prstGeom>
        </p:spPr>
        <p:txBody>
          <a:bodyPr rtlCol="0" anchor="b"/>
          <a:lstStyle>
            <a:lvl1pPr marL="0" indent="0" algn="ctr" defTabSz="685817" rtl="0" eaLnBrk="1" latinLnBrk="0" hangingPunct="1">
              <a:lnSpc>
                <a:spcPct val="90000"/>
              </a:lnSpc>
              <a:spcBef>
                <a:spcPts val="750"/>
              </a:spcBef>
              <a:buFont typeface="Arial" panose="020B0604020202020204" pitchFamily="34" charset="0"/>
              <a:buNone/>
              <a:defRPr sz="1200" kern="1200" cap="all" spc="75" baseline="0">
                <a:solidFill>
                  <a:schemeClr val="accent4">
                    <a:lumMod val="50000"/>
                  </a:schemeClr>
                </a:solidFill>
                <a:latin typeface="+mj-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Lidia </a:t>
            </a:r>
            <a:r>
              <a:rPr lang="en-GB" err="1"/>
              <a:t>karabanik</a:t>
            </a:r>
            <a:endParaRPr lang="en-GB"/>
          </a:p>
        </p:txBody>
      </p:sp>
      <p:sp>
        <p:nvSpPr>
          <p:cNvPr id="60" name="Text Placeholder 262">
            <a:extLst>
              <a:ext uri="{FF2B5EF4-FFF2-40B4-BE49-F238E27FC236}">
                <a16:creationId xmlns:a16="http://schemas.microsoft.com/office/drawing/2014/main" id="{8F1192FF-F435-A85A-35F5-0B4C0A4D2755}"/>
              </a:ext>
            </a:extLst>
          </p:cNvPr>
          <p:cNvSpPr txBox="1">
            <a:spLocks/>
          </p:cNvSpPr>
          <p:nvPr/>
        </p:nvSpPr>
        <p:spPr>
          <a:xfrm>
            <a:off x="-69847" y="5794150"/>
            <a:ext cx="1736404" cy="215299"/>
          </a:xfrm>
          <a:prstGeom prst="rect">
            <a:avLst/>
          </a:prstGeom>
        </p:spPr>
        <p:txBody>
          <a:bodyPr rtlCol="0" anchor="t"/>
          <a:lstStyle>
            <a:lvl1pPr marL="0" indent="0" algn="ctr" defTabSz="685817" rtl="0" eaLnBrk="1" latinLnBrk="0" hangingPunct="1">
              <a:lnSpc>
                <a:spcPct val="90000"/>
              </a:lnSpc>
              <a:spcBef>
                <a:spcPts val="750"/>
              </a:spcBef>
              <a:buFont typeface="Arial" panose="020B0604020202020204" pitchFamily="34" charset="0"/>
              <a:buNone/>
              <a:defRPr sz="900" kern="1200" cap="none" spc="75" baseline="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Accounts &amp; Finance Manager</a:t>
            </a:r>
          </a:p>
          <a:p>
            <a:endParaRPr lang="en-GB"/>
          </a:p>
        </p:txBody>
      </p:sp>
      <p:pic>
        <p:nvPicPr>
          <p:cNvPr id="61" name="Picture 60" descr="A person in a black shirt&#10;&#10;Description automatically generated">
            <a:extLst>
              <a:ext uri="{FF2B5EF4-FFF2-40B4-BE49-F238E27FC236}">
                <a16:creationId xmlns:a16="http://schemas.microsoft.com/office/drawing/2014/main" id="{F7E4E0C7-7749-8EB7-DAF5-9B3BC9A4E9DB}"/>
              </a:ext>
            </a:extLst>
          </p:cNvPr>
          <p:cNvPicPr>
            <a:picLocks noChangeAspect="1"/>
          </p:cNvPicPr>
          <p:nvPr/>
        </p:nvPicPr>
        <p:blipFill>
          <a:blip r:embed="rId6"/>
          <a:stretch>
            <a:fillRect/>
          </a:stretch>
        </p:blipFill>
        <p:spPr>
          <a:xfrm>
            <a:off x="4539143" y="1828799"/>
            <a:ext cx="1035536" cy="1305217"/>
          </a:xfrm>
          <a:prstGeom prst="rect">
            <a:avLst/>
          </a:prstGeom>
        </p:spPr>
      </p:pic>
      <p:pic>
        <p:nvPicPr>
          <p:cNvPr id="62" name="Picture 61" descr="A person wearing glasses and a black shirt&#10;&#10;Description automatically generated">
            <a:extLst>
              <a:ext uri="{FF2B5EF4-FFF2-40B4-BE49-F238E27FC236}">
                <a16:creationId xmlns:a16="http://schemas.microsoft.com/office/drawing/2014/main" id="{56101A58-CCAC-F002-DA1B-86B309D6C1B8}"/>
              </a:ext>
            </a:extLst>
          </p:cNvPr>
          <p:cNvPicPr>
            <a:picLocks noChangeAspect="1"/>
          </p:cNvPicPr>
          <p:nvPr/>
        </p:nvPicPr>
        <p:blipFill>
          <a:blip r:embed="rId7"/>
          <a:stretch>
            <a:fillRect/>
          </a:stretch>
        </p:blipFill>
        <p:spPr>
          <a:xfrm>
            <a:off x="238896" y="3984871"/>
            <a:ext cx="1121938" cy="1366291"/>
          </a:xfrm>
          <a:prstGeom prst="rect">
            <a:avLst/>
          </a:prstGeom>
        </p:spPr>
      </p:pic>
      <p:pic>
        <p:nvPicPr>
          <p:cNvPr id="63" name="Picture 62" descr="A person wearing glasses and a black shirt&#10;&#10;Description automatically generated">
            <a:extLst>
              <a:ext uri="{FF2B5EF4-FFF2-40B4-BE49-F238E27FC236}">
                <a16:creationId xmlns:a16="http://schemas.microsoft.com/office/drawing/2014/main" id="{C0894C74-E8F5-7F12-D86A-0342ACC17A4C}"/>
              </a:ext>
            </a:extLst>
          </p:cNvPr>
          <p:cNvPicPr>
            <a:picLocks noChangeAspect="1"/>
          </p:cNvPicPr>
          <p:nvPr/>
        </p:nvPicPr>
        <p:blipFill>
          <a:blip r:embed="rId8"/>
          <a:stretch>
            <a:fillRect/>
          </a:stretch>
        </p:blipFill>
        <p:spPr>
          <a:xfrm>
            <a:off x="6609374" y="4002780"/>
            <a:ext cx="1039960" cy="1348382"/>
          </a:xfrm>
          <a:prstGeom prst="rect">
            <a:avLst/>
          </a:prstGeom>
        </p:spPr>
      </p:pic>
      <p:pic>
        <p:nvPicPr>
          <p:cNvPr id="64" name="Picture 63" descr="A person smiling at camera&#10;&#10;Description automatically generated">
            <a:extLst>
              <a:ext uri="{FF2B5EF4-FFF2-40B4-BE49-F238E27FC236}">
                <a16:creationId xmlns:a16="http://schemas.microsoft.com/office/drawing/2014/main" id="{710F6C77-0924-6F85-E91D-D62ABDC84BF3}"/>
              </a:ext>
            </a:extLst>
          </p:cNvPr>
          <p:cNvPicPr>
            <a:picLocks noChangeAspect="1"/>
          </p:cNvPicPr>
          <p:nvPr/>
        </p:nvPicPr>
        <p:blipFill>
          <a:blip r:embed="rId9"/>
          <a:stretch>
            <a:fillRect/>
          </a:stretch>
        </p:blipFill>
        <p:spPr>
          <a:xfrm>
            <a:off x="8561419" y="4059590"/>
            <a:ext cx="988394" cy="1317248"/>
          </a:xfrm>
          <a:prstGeom prst="rect">
            <a:avLst/>
          </a:prstGeom>
        </p:spPr>
      </p:pic>
      <p:sp>
        <p:nvSpPr>
          <p:cNvPr id="65" name="Text Placeholder 258">
            <a:extLst>
              <a:ext uri="{FF2B5EF4-FFF2-40B4-BE49-F238E27FC236}">
                <a16:creationId xmlns:a16="http://schemas.microsoft.com/office/drawing/2014/main" id="{EBAEF916-E699-D92C-9AEA-D951B968071B}"/>
              </a:ext>
            </a:extLst>
          </p:cNvPr>
          <p:cNvSpPr txBox="1">
            <a:spLocks/>
          </p:cNvSpPr>
          <p:nvPr/>
        </p:nvSpPr>
        <p:spPr>
          <a:xfrm>
            <a:off x="4145081" y="5583853"/>
            <a:ext cx="1736404" cy="261316"/>
          </a:xfrm>
          <a:prstGeom prst="rect">
            <a:avLst/>
          </a:prstGeom>
        </p:spPr>
        <p:txBody>
          <a:bodyPr rtlCol="0" anchor="b"/>
          <a:lstStyle>
            <a:lvl1pPr marL="0" indent="0" algn="ctr" defTabSz="685817" rtl="0" eaLnBrk="1" latinLnBrk="0" hangingPunct="1">
              <a:lnSpc>
                <a:spcPct val="90000"/>
              </a:lnSpc>
              <a:spcBef>
                <a:spcPts val="750"/>
              </a:spcBef>
              <a:buFont typeface="Arial" panose="020B0604020202020204" pitchFamily="34" charset="0"/>
              <a:buNone/>
              <a:defRPr sz="1200" kern="1200" cap="all" spc="75" baseline="0">
                <a:solidFill>
                  <a:schemeClr val="accent4">
                    <a:lumMod val="50000"/>
                  </a:schemeClr>
                </a:solidFill>
                <a:latin typeface="+mj-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err="1"/>
              <a:t>DanNy</a:t>
            </a:r>
            <a:r>
              <a:rPr lang="en-GB"/>
              <a:t> Collins</a:t>
            </a:r>
          </a:p>
        </p:txBody>
      </p:sp>
      <p:sp>
        <p:nvSpPr>
          <p:cNvPr id="66" name="Text Placeholder 259">
            <a:extLst>
              <a:ext uri="{FF2B5EF4-FFF2-40B4-BE49-F238E27FC236}">
                <a16:creationId xmlns:a16="http://schemas.microsoft.com/office/drawing/2014/main" id="{C386AE56-418A-5F44-0B06-5F1070BA1EB4}"/>
              </a:ext>
            </a:extLst>
          </p:cNvPr>
          <p:cNvSpPr txBox="1">
            <a:spLocks/>
          </p:cNvSpPr>
          <p:nvPr/>
        </p:nvSpPr>
        <p:spPr>
          <a:xfrm>
            <a:off x="4185771" y="5844408"/>
            <a:ext cx="1736404" cy="215299"/>
          </a:xfrm>
          <a:prstGeom prst="rect">
            <a:avLst/>
          </a:prstGeom>
        </p:spPr>
        <p:txBody>
          <a:bodyPr rtlCol="0" anchor="t"/>
          <a:lstStyle>
            <a:lvl1pPr marL="0" indent="0" algn="ctr" defTabSz="685817" rtl="0" eaLnBrk="1" latinLnBrk="0" hangingPunct="1">
              <a:lnSpc>
                <a:spcPct val="90000"/>
              </a:lnSpc>
              <a:spcBef>
                <a:spcPts val="750"/>
              </a:spcBef>
              <a:buFont typeface="Arial" panose="020B0604020202020204" pitchFamily="34" charset="0"/>
              <a:buNone/>
              <a:defRPr sz="900" kern="1200" cap="none" spc="75" baseline="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Pre Construction Manager</a:t>
            </a:r>
          </a:p>
        </p:txBody>
      </p:sp>
      <p:pic>
        <p:nvPicPr>
          <p:cNvPr id="67" name="Picture 66" descr="A person in a black shirt&#10;&#10;Description automatically generated">
            <a:extLst>
              <a:ext uri="{FF2B5EF4-FFF2-40B4-BE49-F238E27FC236}">
                <a16:creationId xmlns:a16="http://schemas.microsoft.com/office/drawing/2014/main" id="{1687FC11-40C6-20A2-408F-4446B0825981}"/>
              </a:ext>
            </a:extLst>
          </p:cNvPr>
          <p:cNvPicPr>
            <a:picLocks noChangeAspect="1"/>
          </p:cNvPicPr>
          <p:nvPr/>
        </p:nvPicPr>
        <p:blipFill>
          <a:blip r:embed="rId10"/>
          <a:srcRect l="13207" t="3640" r="9384" b="11110"/>
          <a:stretch/>
        </p:blipFill>
        <p:spPr>
          <a:xfrm>
            <a:off x="229369" y="1767955"/>
            <a:ext cx="1156897" cy="1370919"/>
          </a:xfrm>
          <a:prstGeom prst="rect">
            <a:avLst/>
          </a:prstGeom>
        </p:spPr>
      </p:pic>
      <p:pic>
        <p:nvPicPr>
          <p:cNvPr id="68" name="Picture 67">
            <a:extLst>
              <a:ext uri="{FF2B5EF4-FFF2-40B4-BE49-F238E27FC236}">
                <a16:creationId xmlns:a16="http://schemas.microsoft.com/office/drawing/2014/main" id="{CA8D905E-C5F2-6FCD-10CE-094EA783040B}"/>
              </a:ext>
            </a:extLst>
          </p:cNvPr>
          <p:cNvPicPr>
            <a:picLocks noChangeAspect="1"/>
          </p:cNvPicPr>
          <p:nvPr/>
        </p:nvPicPr>
        <p:blipFill>
          <a:blip r:embed="rId11"/>
          <a:srcRect t="2357"/>
          <a:stretch>
            <a:fillRect/>
          </a:stretch>
        </p:blipFill>
        <p:spPr>
          <a:xfrm>
            <a:off x="2403813" y="1767955"/>
            <a:ext cx="1027317" cy="1370919"/>
          </a:xfrm>
          <a:prstGeom prst="rect">
            <a:avLst/>
          </a:prstGeom>
        </p:spPr>
      </p:pic>
      <p:sp>
        <p:nvSpPr>
          <p:cNvPr id="69" name="Text Placeholder 252">
            <a:extLst>
              <a:ext uri="{FF2B5EF4-FFF2-40B4-BE49-F238E27FC236}">
                <a16:creationId xmlns:a16="http://schemas.microsoft.com/office/drawing/2014/main" id="{1A5E8DCB-718C-E59D-83EF-4D9A97527D62}"/>
              </a:ext>
            </a:extLst>
          </p:cNvPr>
          <p:cNvSpPr txBox="1">
            <a:spLocks/>
          </p:cNvSpPr>
          <p:nvPr/>
        </p:nvSpPr>
        <p:spPr>
          <a:xfrm>
            <a:off x="8190442" y="3498318"/>
            <a:ext cx="1736404" cy="215299"/>
          </a:xfrm>
          <a:prstGeom prst="rect">
            <a:avLst/>
          </a:prstGeom>
        </p:spPr>
        <p:txBody>
          <a:bodyPr rtlCol="0" anchor="t"/>
          <a:lstStyle>
            <a:lvl1pPr marL="0" indent="0" algn="ctr" defTabSz="685817" rtl="0" eaLnBrk="1" latinLnBrk="0" hangingPunct="1">
              <a:lnSpc>
                <a:spcPct val="90000"/>
              </a:lnSpc>
              <a:spcBef>
                <a:spcPts val="750"/>
              </a:spcBef>
              <a:buFont typeface="Arial" panose="020B0604020202020204" pitchFamily="34" charset="0"/>
              <a:buNone/>
              <a:defRPr sz="900" kern="1200" cap="none" spc="75" baseline="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Head of Contract Coordination</a:t>
            </a:r>
          </a:p>
        </p:txBody>
      </p:sp>
      <p:sp>
        <p:nvSpPr>
          <p:cNvPr id="72" name="Text Placeholder 259">
            <a:extLst>
              <a:ext uri="{FF2B5EF4-FFF2-40B4-BE49-F238E27FC236}">
                <a16:creationId xmlns:a16="http://schemas.microsoft.com/office/drawing/2014/main" id="{C54251FC-A09D-DCF2-BA98-F123EF8B8313}"/>
              </a:ext>
            </a:extLst>
          </p:cNvPr>
          <p:cNvSpPr txBox="1">
            <a:spLocks/>
          </p:cNvSpPr>
          <p:nvPr/>
        </p:nvSpPr>
        <p:spPr>
          <a:xfrm>
            <a:off x="2063447" y="5799198"/>
            <a:ext cx="1736404" cy="215299"/>
          </a:xfrm>
          <a:prstGeom prst="rect">
            <a:avLst/>
          </a:prstGeom>
        </p:spPr>
        <p:txBody>
          <a:bodyPr rtlCol="0" anchor="t"/>
          <a:lstStyle>
            <a:lvl1pPr marL="0" indent="0" algn="ctr" defTabSz="685817" rtl="0" eaLnBrk="1" latinLnBrk="0" hangingPunct="1">
              <a:lnSpc>
                <a:spcPct val="90000"/>
              </a:lnSpc>
              <a:spcBef>
                <a:spcPts val="750"/>
              </a:spcBef>
              <a:buFont typeface="Arial" panose="020B0604020202020204" pitchFamily="34" charset="0"/>
              <a:buNone/>
              <a:defRPr sz="900" kern="1200" cap="none" spc="75" baseline="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Contracts Manager</a:t>
            </a:r>
          </a:p>
        </p:txBody>
      </p:sp>
      <p:sp>
        <p:nvSpPr>
          <p:cNvPr id="73" name="Text Placeholder 251">
            <a:extLst>
              <a:ext uri="{FF2B5EF4-FFF2-40B4-BE49-F238E27FC236}">
                <a16:creationId xmlns:a16="http://schemas.microsoft.com/office/drawing/2014/main" id="{3F466A63-DDF2-E870-7A53-4338901A9104}"/>
              </a:ext>
            </a:extLst>
          </p:cNvPr>
          <p:cNvSpPr txBox="1">
            <a:spLocks/>
          </p:cNvSpPr>
          <p:nvPr/>
        </p:nvSpPr>
        <p:spPr>
          <a:xfrm>
            <a:off x="8187414" y="3277274"/>
            <a:ext cx="1736404" cy="261316"/>
          </a:xfrm>
          <a:prstGeom prst="rect">
            <a:avLst/>
          </a:prstGeom>
        </p:spPr>
        <p:txBody>
          <a:bodyPr rtlCol="0" anchor="b"/>
          <a:lstStyle>
            <a:lvl1pPr marL="0" indent="0" algn="ctr" defTabSz="685817" rtl="0" eaLnBrk="1" latinLnBrk="0" hangingPunct="1">
              <a:lnSpc>
                <a:spcPct val="90000"/>
              </a:lnSpc>
              <a:spcBef>
                <a:spcPts val="750"/>
              </a:spcBef>
              <a:buFont typeface="Arial" panose="020B0604020202020204" pitchFamily="34" charset="0"/>
              <a:buNone/>
              <a:defRPr sz="1200" kern="1200" cap="all" spc="75" baseline="0">
                <a:solidFill>
                  <a:schemeClr val="accent4">
                    <a:lumMod val="50000"/>
                  </a:schemeClr>
                </a:solidFill>
                <a:latin typeface="+mj-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Rachael marrow</a:t>
            </a:r>
          </a:p>
        </p:txBody>
      </p:sp>
      <p:pic>
        <p:nvPicPr>
          <p:cNvPr id="3" name="Picture 2">
            <a:extLst>
              <a:ext uri="{FF2B5EF4-FFF2-40B4-BE49-F238E27FC236}">
                <a16:creationId xmlns:a16="http://schemas.microsoft.com/office/drawing/2014/main" id="{A6836851-6CBE-8A0D-C5B4-414FA80FB1AC}"/>
              </a:ext>
            </a:extLst>
          </p:cNvPr>
          <p:cNvPicPr>
            <a:picLocks noChangeAspect="1"/>
          </p:cNvPicPr>
          <p:nvPr/>
        </p:nvPicPr>
        <p:blipFill>
          <a:blip r:embed="rId12"/>
          <a:stretch>
            <a:fillRect/>
          </a:stretch>
        </p:blipFill>
        <p:spPr>
          <a:xfrm>
            <a:off x="8501709" y="1777286"/>
            <a:ext cx="1157644" cy="1366061"/>
          </a:xfrm>
          <a:prstGeom prst="rect">
            <a:avLst/>
          </a:prstGeom>
        </p:spPr>
      </p:pic>
      <p:pic>
        <p:nvPicPr>
          <p:cNvPr id="5" name="Picture 4">
            <a:extLst>
              <a:ext uri="{FF2B5EF4-FFF2-40B4-BE49-F238E27FC236}">
                <a16:creationId xmlns:a16="http://schemas.microsoft.com/office/drawing/2014/main" id="{A3138511-3F3E-79FF-8DAE-EA46C2073AC0}"/>
              </a:ext>
            </a:extLst>
          </p:cNvPr>
          <p:cNvPicPr>
            <a:picLocks noChangeAspect="1"/>
          </p:cNvPicPr>
          <p:nvPr/>
        </p:nvPicPr>
        <p:blipFill>
          <a:blip r:embed="rId13"/>
          <a:stretch>
            <a:fillRect/>
          </a:stretch>
        </p:blipFill>
        <p:spPr>
          <a:xfrm>
            <a:off x="2368870" y="4030774"/>
            <a:ext cx="1123466" cy="1320600"/>
          </a:xfrm>
          <a:prstGeom prst="rect">
            <a:avLst/>
          </a:prstGeom>
        </p:spPr>
      </p:pic>
      <p:sp>
        <p:nvSpPr>
          <p:cNvPr id="6" name="Text Placeholder 258">
            <a:extLst>
              <a:ext uri="{FF2B5EF4-FFF2-40B4-BE49-F238E27FC236}">
                <a16:creationId xmlns:a16="http://schemas.microsoft.com/office/drawing/2014/main" id="{A739370B-6F71-0CBA-1AAC-E2C2CDBC1895}"/>
              </a:ext>
            </a:extLst>
          </p:cNvPr>
          <p:cNvSpPr txBox="1">
            <a:spLocks/>
          </p:cNvSpPr>
          <p:nvPr/>
        </p:nvSpPr>
        <p:spPr>
          <a:xfrm>
            <a:off x="2052477" y="5573024"/>
            <a:ext cx="1736404" cy="261316"/>
          </a:xfrm>
          <a:prstGeom prst="rect">
            <a:avLst/>
          </a:prstGeom>
        </p:spPr>
        <p:txBody>
          <a:bodyPr rtlCol="0" anchor="b"/>
          <a:lstStyle>
            <a:lvl1pPr marL="0" indent="0" algn="ctr" defTabSz="685817" rtl="0" eaLnBrk="1" latinLnBrk="0" hangingPunct="1">
              <a:lnSpc>
                <a:spcPct val="90000"/>
              </a:lnSpc>
              <a:spcBef>
                <a:spcPts val="750"/>
              </a:spcBef>
              <a:buFont typeface="Arial" panose="020B0604020202020204" pitchFamily="34" charset="0"/>
              <a:buNone/>
              <a:defRPr sz="1200" kern="1200" cap="all" spc="75" baseline="0">
                <a:solidFill>
                  <a:schemeClr val="accent4">
                    <a:lumMod val="50000"/>
                  </a:schemeClr>
                </a:solidFill>
                <a:latin typeface="+mj-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Steven Green</a:t>
            </a:r>
          </a:p>
        </p:txBody>
      </p:sp>
      <p:pic>
        <p:nvPicPr>
          <p:cNvPr id="4" name="Picture 3">
            <a:extLst>
              <a:ext uri="{FF2B5EF4-FFF2-40B4-BE49-F238E27FC236}">
                <a16:creationId xmlns:a16="http://schemas.microsoft.com/office/drawing/2014/main" id="{F3D51099-ED4A-9D88-4502-70FF1CD79FDB}"/>
              </a:ext>
            </a:extLst>
          </p:cNvPr>
          <p:cNvPicPr>
            <a:picLocks noChangeAspect="1"/>
          </p:cNvPicPr>
          <p:nvPr/>
        </p:nvPicPr>
        <p:blipFill>
          <a:blip r:embed="rId14"/>
          <a:stretch>
            <a:fillRect/>
          </a:stretch>
        </p:blipFill>
        <p:spPr>
          <a:xfrm>
            <a:off x="6585075" y="1832878"/>
            <a:ext cx="1142065" cy="1305217"/>
          </a:xfrm>
          <a:prstGeom prst="rect">
            <a:avLst/>
          </a:prstGeom>
        </p:spPr>
      </p:pic>
      <p:pic>
        <p:nvPicPr>
          <p:cNvPr id="8" name="Picture 7">
            <a:extLst>
              <a:ext uri="{FF2B5EF4-FFF2-40B4-BE49-F238E27FC236}">
                <a16:creationId xmlns:a16="http://schemas.microsoft.com/office/drawing/2014/main" id="{AFBC6E79-4A3C-B2E9-11B4-369D592989E3}"/>
              </a:ext>
            </a:extLst>
          </p:cNvPr>
          <p:cNvPicPr>
            <a:picLocks noChangeAspect="1"/>
          </p:cNvPicPr>
          <p:nvPr/>
        </p:nvPicPr>
        <p:blipFill>
          <a:blip r:embed="rId15"/>
          <a:stretch>
            <a:fillRect/>
          </a:stretch>
        </p:blipFill>
        <p:spPr>
          <a:xfrm>
            <a:off x="4477690" y="4114389"/>
            <a:ext cx="1123647" cy="1239433"/>
          </a:xfrm>
          <a:prstGeom prst="rect">
            <a:avLst/>
          </a:prstGeom>
        </p:spPr>
      </p:pic>
    </p:spTree>
    <p:extLst>
      <p:ext uri="{BB962C8B-B14F-4D97-AF65-F5344CB8AC3E}">
        <p14:creationId xmlns:p14="http://schemas.microsoft.com/office/powerpoint/2010/main" val="2557063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8B0A0B61-E44C-4C98-A84B-B96C81DA5816}"/>
              </a:ext>
            </a:extLst>
          </p:cNvPr>
          <p:cNvSpPr>
            <a:spLocks noGrp="1"/>
          </p:cNvSpPr>
          <p:nvPr>
            <p:ph type="title"/>
          </p:nvPr>
        </p:nvSpPr>
        <p:spPr>
          <a:xfrm>
            <a:off x="1380833" y="1076279"/>
            <a:ext cx="1755942" cy="480523"/>
          </a:xfrm>
          <a:ln>
            <a:solidFill>
              <a:schemeClr val="accent5">
                <a:lumMod val="50000"/>
              </a:schemeClr>
            </a:solidFill>
          </a:ln>
        </p:spPr>
        <p:txBody>
          <a:bodyPr rtlCol="0"/>
          <a:lstStyle/>
          <a:p>
            <a:pPr rtl="0"/>
            <a:r>
              <a:rPr lang="en-GB">
                <a:solidFill>
                  <a:schemeClr val="accent5">
                    <a:lumMod val="50000"/>
                  </a:schemeClr>
                </a:solidFill>
              </a:rPr>
              <a:t>Contact us</a:t>
            </a:r>
          </a:p>
        </p:txBody>
      </p:sp>
      <p:sp>
        <p:nvSpPr>
          <p:cNvPr id="4" name="Slide Number Placeholder 3">
            <a:extLst>
              <a:ext uri="{FF2B5EF4-FFF2-40B4-BE49-F238E27FC236}">
                <a16:creationId xmlns:a16="http://schemas.microsoft.com/office/drawing/2014/main" id="{D48E7CB9-A0ED-4EB9-BBDE-0C1004C498B9}"/>
              </a:ext>
            </a:extLst>
          </p:cNvPr>
          <p:cNvSpPr>
            <a:spLocks noGrp="1"/>
          </p:cNvSpPr>
          <p:nvPr>
            <p:ph type="sldNum" sz="quarter" idx="4"/>
          </p:nvPr>
        </p:nvSpPr>
        <p:spPr>
          <a:xfrm>
            <a:off x="7724776" y="5624512"/>
            <a:ext cx="1171575" cy="273844"/>
          </a:xfrm>
        </p:spPr>
        <p:txBody>
          <a:bodyPr rtlCol="0"/>
          <a:lstStyle/>
          <a:p>
            <a:pPr rtl="0"/>
            <a:fld id="{EA87306C-81BA-4795-A5CA-9392456A8C1E}" type="slidenum">
              <a:rPr lang="en-GB" smtClean="0"/>
              <a:pPr rtl="0"/>
              <a:t>7</a:t>
            </a:fld>
            <a:endParaRPr lang="en-GB"/>
          </a:p>
        </p:txBody>
      </p:sp>
      <p:pic>
        <p:nvPicPr>
          <p:cNvPr id="1026" name="Picture 2">
            <a:extLst>
              <a:ext uri="{FF2B5EF4-FFF2-40B4-BE49-F238E27FC236}">
                <a16:creationId xmlns:a16="http://schemas.microsoft.com/office/drawing/2014/main" id="{F8BF38F8-9DA3-CF9C-8106-0EDD9E624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2531"/>
            <a:ext cx="9918292" cy="4105469"/>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0BF8A3EA-3C0A-457C-ACBD-FA9FBF4DCB9F}"/>
              </a:ext>
            </a:extLst>
          </p:cNvPr>
          <p:cNvSpPr>
            <a:spLocks noGrp="1"/>
          </p:cNvSpPr>
          <p:nvPr>
            <p:ph type="body" sz="quarter" idx="14"/>
          </p:nvPr>
        </p:nvSpPr>
        <p:spPr>
          <a:xfrm>
            <a:off x="5465868" y="546680"/>
            <a:ext cx="3059299" cy="1539722"/>
          </a:xfrm>
        </p:spPr>
        <p:txBody>
          <a:bodyPr rtlCol="0"/>
          <a:lstStyle/>
          <a:p>
            <a:pPr rtl="0"/>
            <a:r>
              <a:rPr lang="en-GB" sz="1600">
                <a:solidFill>
                  <a:srgbClr val="0D4041"/>
                </a:solidFill>
              </a:rPr>
              <a:t>​​ </a:t>
            </a:r>
          </a:p>
          <a:p>
            <a:pPr rtl="0"/>
            <a:endParaRPr lang="en-GB" sz="1600">
              <a:solidFill>
                <a:srgbClr val="0D4041"/>
              </a:solidFill>
            </a:endParaRPr>
          </a:p>
          <a:p>
            <a:pPr rtl="0"/>
            <a:r>
              <a:rPr lang="en-GB" sz="1600">
                <a:solidFill>
                  <a:srgbClr val="0D4041"/>
                </a:solidFill>
              </a:rPr>
              <a:t>Find us at:</a:t>
            </a:r>
          </a:p>
          <a:p>
            <a:r>
              <a:rPr lang="en-GB" sz="1600">
                <a:solidFill>
                  <a:srgbClr val="174542"/>
                </a:solidFill>
              </a:rPr>
              <a:t>Granary Business Centre, Hollins Farm, Twemlow Ln, Holmes Chapel, CW4 8GE</a:t>
            </a:r>
          </a:p>
          <a:p>
            <a:pPr rtl="0"/>
            <a:endParaRPr lang="en-GB" sz="1600">
              <a:solidFill>
                <a:srgbClr val="0D4041"/>
              </a:solidFill>
            </a:endParaRPr>
          </a:p>
          <a:p>
            <a:endParaRPr lang="en-GB" sz="1600">
              <a:solidFill>
                <a:srgbClr val="0D4041"/>
              </a:solidFill>
            </a:endParaRPr>
          </a:p>
          <a:p>
            <a:endParaRPr lang="en-GB" sz="1600">
              <a:solidFill>
                <a:srgbClr val="0D4041"/>
              </a:solidFill>
            </a:endParaRPr>
          </a:p>
          <a:p>
            <a:endParaRPr lang="en-GB" sz="1600">
              <a:solidFill>
                <a:srgbClr val="0D4041"/>
              </a:solidFill>
            </a:endParaRPr>
          </a:p>
          <a:p>
            <a:endParaRPr lang="en-GB" sz="1600">
              <a:solidFill>
                <a:srgbClr val="0D4041"/>
              </a:solidFill>
            </a:endParaRPr>
          </a:p>
          <a:p>
            <a:pPr rtl="0"/>
            <a:endParaRPr lang="en-GB">
              <a:solidFill>
                <a:srgbClr val="0D4041"/>
              </a:solidFill>
            </a:endParaRPr>
          </a:p>
        </p:txBody>
      </p:sp>
      <p:sp>
        <p:nvSpPr>
          <p:cNvPr id="5" name="Text Placeholder 8">
            <a:extLst>
              <a:ext uri="{FF2B5EF4-FFF2-40B4-BE49-F238E27FC236}">
                <a16:creationId xmlns:a16="http://schemas.microsoft.com/office/drawing/2014/main" id="{4296CEBE-2740-18B2-84C0-E1832614A5B1}"/>
              </a:ext>
            </a:extLst>
          </p:cNvPr>
          <p:cNvSpPr txBox="1">
            <a:spLocks/>
          </p:cNvSpPr>
          <p:nvPr/>
        </p:nvSpPr>
        <p:spPr>
          <a:xfrm>
            <a:off x="1291926" y="3311892"/>
            <a:ext cx="3059299" cy="2239823"/>
          </a:xfrm>
          <a:prstGeom prst="rect">
            <a:avLst/>
          </a:prstGeom>
        </p:spPr>
        <p:txBody>
          <a:bodyPr rtlCol="0" anchor="t"/>
          <a:lstStyle>
            <a:lvl1pPr marL="0" indent="0" algn="l" defTabSz="685817" rtl="0" eaLnBrk="1" latinLnBrk="0" hangingPunct="1">
              <a:lnSpc>
                <a:spcPct val="80000"/>
              </a:lnSpc>
              <a:spcBef>
                <a:spcPts val="0"/>
              </a:spcBef>
              <a:buFont typeface="Arial" panose="020B0604020202020204" pitchFamily="34" charset="0"/>
              <a:buNone/>
              <a:defRPr sz="1200" kern="1200" cap="none" spc="75" baseline="0">
                <a:solidFill>
                  <a:schemeClr val="tx1"/>
                </a:solidFill>
                <a:latin typeface="+mn-lt"/>
                <a:ea typeface="+mn-ea"/>
                <a:cs typeface="+mn-cs"/>
              </a:defRPr>
            </a:lvl1pPr>
            <a:lvl2pPr marL="514363" indent="-171455" algn="l" defTabSz="6858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72" indent="-171455" algn="l" defTabSz="6858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80"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89"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98"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06"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15"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23" indent="-171455" algn="l" defTabSz="6858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a:solidFill>
                  <a:srgbClr val="0D4041"/>
                </a:solidFill>
              </a:rPr>
              <a:t>enquiries@flagstaffe.com</a:t>
            </a:r>
          </a:p>
          <a:p>
            <a:r>
              <a:rPr lang="en-GB" sz="1600">
                <a:solidFill>
                  <a:srgbClr val="0D4041"/>
                </a:solidFill>
              </a:rPr>
              <a:t> ​​ </a:t>
            </a:r>
          </a:p>
          <a:p>
            <a:endParaRPr lang="en-GB" sz="1600">
              <a:solidFill>
                <a:srgbClr val="0D4041"/>
              </a:solidFill>
            </a:endParaRPr>
          </a:p>
          <a:p>
            <a:endParaRPr lang="en-GB" sz="1600">
              <a:solidFill>
                <a:srgbClr val="0D4041"/>
              </a:solidFill>
            </a:endParaRPr>
          </a:p>
          <a:p>
            <a:r>
              <a:rPr lang="en-GB" sz="1600">
                <a:solidFill>
                  <a:srgbClr val="0D4041"/>
                </a:solidFill>
              </a:rPr>
              <a:t>0​1260 460 003</a:t>
            </a:r>
          </a:p>
          <a:p>
            <a:endParaRPr lang="en-GB" sz="1600">
              <a:solidFill>
                <a:srgbClr val="0D4041"/>
              </a:solidFill>
            </a:endParaRPr>
          </a:p>
          <a:p>
            <a:endParaRPr lang="en-GB" sz="1600">
              <a:solidFill>
                <a:srgbClr val="0D4041"/>
              </a:solidFill>
            </a:endParaRPr>
          </a:p>
          <a:p>
            <a:endParaRPr lang="en-GB" sz="1600">
              <a:solidFill>
                <a:srgbClr val="0D4041"/>
              </a:solidFill>
            </a:endParaRPr>
          </a:p>
          <a:p>
            <a:r>
              <a:rPr lang="en-GB" sz="1600">
                <a:solidFill>
                  <a:srgbClr val="0D4041"/>
                </a:solidFill>
              </a:rPr>
              <a:t>www.flagstaffe.com</a:t>
            </a:r>
          </a:p>
          <a:p>
            <a:endParaRPr lang="en-GB" sz="1600">
              <a:solidFill>
                <a:srgbClr val="0D4041"/>
              </a:solidFill>
            </a:endParaRPr>
          </a:p>
          <a:p>
            <a:endParaRPr lang="en-GB" sz="1600">
              <a:solidFill>
                <a:srgbClr val="0D4041"/>
              </a:solidFill>
            </a:endParaRPr>
          </a:p>
          <a:p>
            <a:endParaRPr lang="en-GB" sz="1600">
              <a:solidFill>
                <a:srgbClr val="0D4041"/>
              </a:solidFill>
            </a:endParaRPr>
          </a:p>
          <a:p>
            <a:endParaRPr lang="en-GB" sz="1600">
              <a:solidFill>
                <a:srgbClr val="0D4041"/>
              </a:solidFill>
            </a:endParaRPr>
          </a:p>
          <a:p>
            <a:endParaRPr lang="en-GB">
              <a:solidFill>
                <a:srgbClr val="0D4041"/>
              </a:solidFill>
            </a:endParaRPr>
          </a:p>
        </p:txBody>
      </p:sp>
    </p:spTree>
    <p:extLst>
      <p:ext uri="{BB962C8B-B14F-4D97-AF65-F5344CB8AC3E}">
        <p14:creationId xmlns:p14="http://schemas.microsoft.com/office/powerpoint/2010/main" val="3120361488"/>
      </p:ext>
    </p:extLst>
  </p:cSld>
  <p:clrMapOvr>
    <a:masterClrMapping/>
  </p:clrMapOvr>
</p:sld>
</file>

<file path=ppt/theme/theme1.xml><?xml version="1.0" encoding="utf-8"?>
<a:theme xmlns:a="http://schemas.openxmlformats.org/drawingml/2006/main" name="Office Theme">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7445_TF16411175_Win32" id="{3E63FBEE-0B20-49DB-A864-9F83A265D51A}" vid="{7B842A89-1C44-4E10-8740-538BAD7706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C2C82EF19AA94F899ED63634F978F4" ma:contentTypeVersion="15" ma:contentTypeDescription="Create a new document." ma:contentTypeScope="" ma:versionID="372cf90809b423a36df2626bb29eb591">
  <xsd:schema xmlns:xsd="http://www.w3.org/2001/XMLSchema" xmlns:xs="http://www.w3.org/2001/XMLSchema" xmlns:p="http://schemas.microsoft.com/office/2006/metadata/properties" xmlns:ns2="c82dec08-052e-4a15-8106-ed6c0acdb672" xmlns:ns3="a2f8fd3d-44eb-4c90-93eb-05517c19c9b4" targetNamespace="http://schemas.microsoft.com/office/2006/metadata/properties" ma:root="true" ma:fieldsID="7579a417067945f83d7880cc210dfe2a" ns2:_="" ns3:_="">
    <xsd:import namespace="c82dec08-052e-4a15-8106-ed6c0acdb672"/>
    <xsd:import namespace="a2f8fd3d-44eb-4c90-93eb-05517c19c9b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2dec08-052e-4a15-8106-ed6c0acdb6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822792e-0b34-400c-bde0-80e7b74394f3"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2f8fd3d-44eb-4c90-93eb-05517c19c9b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23da90b-60e2-4e58-af23-fc2da4aaf9fb}" ma:internalName="TaxCatchAll" ma:showField="CatchAllData" ma:web="a2f8fd3d-44eb-4c90-93eb-05517c19c9b4">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2f8fd3d-44eb-4c90-93eb-05517c19c9b4" xsi:nil="true"/>
    <lcf76f155ced4ddcb4097134ff3c332f xmlns="c82dec08-052e-4a15-8106-ed6c0acdb67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A1D95D-F147-41C2-AE76-6D10CE586104}">
  <ds:schemaRefs>
    <ds:schemaRef ds:uri="a2f8fd3d-44eb-4c90-93eb-05517c19c9b4"/>
    <ds:schemaRef ds:uri="c82dec08-052e-4a15-8106-ed6c0acdb6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E439292-23DE-4FBC-B000-AFED89AC64F3}">
  <ds:schemaRefs>
    <ds:schemaRef ds:uri="a2f8fd3d-44eb-4c90-93eb-05517c19c9b4"/>
    <ds:schemaRef ds:uri="c82dec08-052e-4a15-8106-ed6c0acdb67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F1B15C2-B622-4464-872A-FFB13E3A35CE}">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{A3DB9FBD-C711-4FFE-9F32-75A9E0CBD50F}tf16411175_win32</Template>
  <TotalTime>0</TotalTime>
  <Application>Microsoft Office PowerPoint</Application>
  <PresentationFormat>A4 Paper (210x297 mm)</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About us</vt:lpstr>
      <vt:lpstr>EXPERIENCE IS KEY</vt:lpstr>
      <vt:lpstr>PowerPoint Presentation</vt:lpstr>
      <vt:lpstr>OUR SERVICES</vt:lpstr>
      <vt:lpstr>Meet the team </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Ward</dc:creator>
  <cp:revision>1</cp:revision>
  <cp:lastPrinted>2024-12-02T16:46:45Z</cp:lastPrinted>
  <dcterms:created xsi:type="dcterms:W3CDTF">2024-12-02T12:57:47Z</dcterms:created>
  <dcterms:modified xsi:type="dcterms:W3CDTF">2026-06-01T12:54:33Z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0x0101004BC2C82EF19AA94F899ED63634F978F4</vt:lpwstr>
  </property>
  <property fmtid="{D5CDD505-2E9C-101B-9397-08002B2CF9AE}" pid="3" name="MediaServiceImageTags">
    <vt:lpwstr/>
  </property>
</Properties>
</file>